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5"/>
  </p:notesMasterIdLst>
  <p:sldIdLst>
    <p:sldId id="256" r:id="rId2"/>
    <p:sldId id="311" r:id="rId3"/>
    <p:sldId id="312" r:id="rId4"/>
    <p:sldId id="313" r:id="rId5"/>
    <p:sldId id="314" r:id="rId6"/>
    <p:sldId id="315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271" r:id="rId18"/>
    <p:sldId id="272" r:id="rId19"/>
    <p:sldId id="327" r:id="rId20"/>
    <p:sldId id="269" r:id="rId21"/>
    <p:sldId id="273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03" r:id="rId32"/>
    <p:sldId id="337" r:id="rId33"/>
    <p:sldId id="26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3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Vasilyev" userId="c9a2c3308cbc88f4" providerId="Windows Live" clId="Web-{12298936-F568-43B8-9D28-3BFC2EB8E404}"/>
    <pc:docChg chg="mod addSld delSld modSld sldOrd modMainMaster">
      <pc:chgData name="Anton Vasilyev" userId="c9a2c3308cbc88f4" providerId="Windows Live" clId="Web-{12298936-F568-43B8-9D28-3BFC2EB8E404}" dt="2020-11-03T14:40:21.612" v="455" actId="20577"/>
      <pc:docMkLst>
        <pc:docMk/>
      </pc:docMkLst>
      <pc:sldChg chg="addSp modSp">
        <pc:chgData name="Anton Vasilyev" userId="c9a2c3308cbc88f4" providerId="Windows Live" clId="Web-{12298936-F568-43B8-9D28-3BFC2EB8E404}" dt="2020-11-03T09:25:32.601" v="21" actId="20577"/>
        <pc:sldMkLst>
          <pc:docMk/>
          <pc:sldMk cId="55206672" sldId="257"/>
        </pc:sldMkLst>
      </pc:sldChg>
      <pc:sldChg chg="new del">
        <pc:chgData name="Anton Vasilyev" userId="c9a2c3308cbc88f4" providerId="Windows Live" clId="Web-{12298936-F568-43B8-9D28-3BFC2EB8E404}" dt="2020-11-03T09:24:14.349" v="4"/>
        <pc:sldMkLst>
          <pc:docMk/>
          <pc:sldMk cId="1519225674" sldId="258"/>
        </pc:sldMkLst>
      </pc:sldChg>
      <pc:sldChg chg="modSp add del replId">
        <pc:chgData name="Anton Vasilyev" userId="c9a2c3308cbc88f4" providerId="Windows Live" clId="Web-{12298936-F568-43B8-9D28-3BFC2EB8E404}" dt="2020-11-03T09:26:43.540" v="45"/>
        <pc:sldMkLst>
          <pc:docMk/>
          <pc:sldMk cId="2118211259" sldId="258"/>
        </pc:sldMkLst>
      </pc:sldChg>
      <pc:sldChg chg="modSp add replId">
        <pc:chgData name="Anton Vasilyev" userId="c9a2c3308cbc88f4" providerId="Windows Live" clId="Web-{12298936-F568-43B8-9D28-3BFC2EB8E404}" dt="2020-11-03T09:26:39.915" v="43" actId="20577"/>
        <pc:sldMkLst>
          <pc:docMk/>
          <pc:sldMk cId="2155980183" sldId="259"/>
        </pc:sldMkLst>
      </pc:sldChg>
      <pc:sldChg chg="addSp delSp modSp add replId">
        <pc:chgData name="Anton Vasilyev" userId="c9a2c3308cbc88f4" providerId="Windows Live" clId="Web-{12298936-F568-43B8-9D28-3BFC2EB8E404}" dt="2020-11-03T13:41:59.048" v="78"/>
        <pc:sldMkLst>
          <pc:docMk/>
          <pc:sldMk cId="1290449785" sldId="260"/>
        </pc:sldMkLst>
      </pc:sldChg>
      <pc:sldChg chg="modSp add ord replId">
        <pc:chgData name="Anton Vasilyev" userId="c9a2c3308cbc88f4" providerId="Windows Live" clId="Web-{12298936-F568-43B8-9D28-3BFC2EB8E404}" dt="2020-11-03T13:43:39.066" v="219" actId="20577"/>
        <pc:sldMkLst>
          <pc:docMk/>
          <pc:sldMk cId="3091900579" sldId="261"/>
        </pc:sldMkLst>
      </pc:sldChg>
      <pc:sldChg chg="modSp add replId">
        <pc:chgData name="Anton Vasilyev" userId="c9a2c3308cbc88f4" providerId="Windows Live" clId="Web-{12298936-F568-43B8-9D28-3BFC2EB8E404}" dt="2020-11-03T13:54:47.676" v="312" actId="20577"/>
        <pc:sldMkLst>
          <pc:docMk/>
          <pc:sldMk cId="3718391097" sldId="262"/>
        </pc:sldMkLst>
      </pc:sldChg>
      <pc:sldChg chg="modSp add replId">
        <pc:chgData name="Anton Vasilyev" userId="c9a2c3308cbc88f4" providerId="Windows Live" clId="Web-{12298936-F568-43B8-9D28-3BFC2EB8E404}" dt="2020-11-03T13:56:44.085" v="342" actId="20577"/>
        <pc:sldMkLst>
          <pc:docMk/>
          <pc:sldMk cId="965635153" sldId="263"/>
        </pc:sldMkLst>
      </pc:sldChg>
      <pc:sldChg chg="addSp delSp modSp add replId">
        <pc:chgData name="Anton Vasilyev" userId="c9a2c3308cbc88f4" providerId="Windows Live" clId="Web-{12298936-F568-43B8-9D28-3BFC2EB8E404}" dt="2020-11-03T14:40:21.612" v="455" actId="20577"/>
        <pc:sldMkLst>
          <pc:docMk/>
          <pc:sldMk cId="2471483575" sldId="264"/>
        </pc:sldMkLst>
      </pc:sldChg>
      <pc:sldChg chg="addSp modSp new del">
        <pc:chgData name="Anton Vasilyev" userId="c9a2c3308cbc88f4" providerId="Windows Live" clId="Web-{12298936-F568-43B8-9D28-3BFC2EB8E404}" dt="2020-11-03T14:34:17.994" v="435"/>
        <pc:sldMkLst>
          <pc:docMk/>
          <pc:sldMk cId="2300021634" sldId="265"/>
        </pc:sldMkLst>
      </pc:sldChg>
      <pc:sldMasterChg chg="mod modSldLayout">
        <pc:chgData name="Anton Vasilyev" userId="c9a2c3308cbc88f4" providerId="Windows Live" clId="Web-{12298936-F568-43B8-9D28-3BFC2EB8E404}" dt="2020-11-03T09:24:03.255" v="2"/>
        <pc:sldMasterMkLst>
          <pc:docMk/>
          <pc:sldMasterMk cId="2460954070" sldId="2147483660"/>
        </pc:sldMasterMkLst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Anton Vasilyev" userId="c9a2c3308cbc88f4" providerId="Windows Live" clId="Web-{12298936-F568-43B8-9D28-3BFC2EB8E404}" dt="2020-11-03T09:24:03.255" v="2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Anton Vasilyev" userId="c9a2c3308cbc88f4" providerId="LiveId" clId="{97318E94-913A-4968-9B42-FAD2D3407C3D}"/>
    <pc:docChg chg="addSld modSld">
      <pc:chgData name="Anton Vasilyev" userId="c9a2c3308cbc88f4" providerId="LiveId" clId="{97318E94-913A-4968-9B42-FAD2D3407C3D}" dt="2021-01-11T14:00:46.790" v="357" actId="20577"/>
      <pc:docMkLst>
        <pc:docMk/>
      </pc:docMkLst>
      <pc:sldChg chg="modSp mod">
        <pc:chgData name="Anton Vasilyev" userId="c9a2c3308cbc88f4" providerId="LiveId" clId="{97318E94-913A-4968-9B42-FAD2D3407C3D}" dt="2021-01-11T13:59:27.246" v="148" actId="20577"/>
        <pc:sldMkLst>
          <pc:docMk/>
          <pc:sldMk cId="3982922168" sldId="297"/>
        </pc:sldMkLst>
      </pc:sldChg>
      <pc:sldChg chg="modSp add mod">
        <pc:chgData name="Anton Vasilyev" userId="c9a2c3308cbc88f4" providerId="LiveId" clId="{97318E94-913A-4968-9B42-FAD2D3407C3D}" dt="2021-01-11T14:00:46.790" v="357" actId="20577"/>
        <pc:sldMkLst>
          <pc:docMk/>
          <pc:sldMk cId="1092731328" sldId="302"/>
        </pc:sldMkLst>
      </pc:sldChg>
    </pc:docChg>
  </pc:docChgLst>
  <pc:docChgLst>
    <pc:chgData name="Anton Vasilyev" userId="c9a2c3308cbc88f4" providerId="LiveId" clId="{A8F99119-FFFB-4347-9B94-A35508771FDA}"/>
    <pc:docChg chg="undo redo custSel addSld delSld modSld sldOrd">
      <pc:chgData name="Anton Vasilyev" userId="c9a2c3308cbc88f4" providerId="LiveId" clId="{A8F99119-FFFB-4347-9B94-A35508771FDA}" dt="2020-11-09T14:41:43.465" v="4256" actId="2711"/>
      <pc:docMkLst>
        <pc:docMk/>
      </pc:docMkLst>
      <pc:sldChg chg="modSp mod">
        <pc:chgData name="Anton Vasilyev" userId="c9a2c3308cbc88f4" providerId="LiveId" clId="{A8F99119-FFFB-4347-9B94-A35508771FDA}" dt="2020-11-09T11:34:18.527" v="72" actId="27636"/>
        <pc:sldMkLst>
          <pc:docMk/>
          <pc:sldMk cId="55206672" sldId="257"/>
        </pc:sldMkLst>
      </pc:sldChg>
      <pc:sldChg chg="modSp mod">
        <pc:chgData name="Anton Vasilyev" userId="c9a2c3308cbc88f4" providerId="LiveId" clId="{A8F99119-FFFB-4347-9B94-A35508771FDA}" dt="2020-11-09T11:34:18.539" v="73" actId="27636"/>
        <pc:sldMkLst>
          <pc:docMk/>
          <pc:sldMk cId="2155980183" sldId="259"/>
        </pc:sldMkLst>
      </pc:sldChg>
      <pc:sldChg chg="modSp mod">
        <pc:chgData name="Anton Vasilyev" userId="c9a2c3308cbc88f4" providerId="LiveId" clId="{A8F99119-FFFB-4347-9B94-A35508771FDA}" dt="2020-11-09T12:31:31.587" v="855" actId="6549"/>
        <pc:sldMkLst>
          <pc:docMk/>
          <pc:sldMk cId="3718391097" sldId="262"/>
        </pc:sldMkLst>
      </pc:sldChg>
      <pc:sldChg chg="modSp del mod">
        <pc:chgData name="Anton Vasilyev" userId="c9a2c3308cbc88f4" providerId="LiveId" clId="{A8F99119-FFFB-4347-9B94-A35508771FDA}" dt="2020-11-09T11:37:36.701" v="160" actId="2696"/>
        <pc:sldMkLst>
          <pc:docMk/>
          <pc:sldMk cId="2471483575" sldId="264"/>
        </pc:sldMkLst>
      </pc:sldChg>
      <pc:sldChg chg="modSp add mod">
        <pc:chgData name="Anton Vasilyev" userId="c9a2c3308cbc88f4" providerId="LiveId" clId="{A8F99119-FFFB-4347-9B94-A35508771FDA}" dt="2020-11-09T11:57:47.190" v="267" actId="5793"/>
        <pc:sldMkLst>
          <pc:docMk/>
          <pc:sldMk cId="2126492656" sldId="265"/>
        </pc:sldMkLst>
      </pc:sldChg>
      <pc:sldChg chg="modSp add mod">
        <pc:chgData name="Anton Vasilyev" userId="c9a2c3308cbc88f4" providerId="LiveId" clId="{A8F99119-FFFB-4347-9B94-A35508771FDA}" dt="2020-11-09T12:31:53.002" v="858" actId="20577"/>
        <pc:sldMkLst>
          <pc:docMk/>
          <pc:sldMk cId="1919162327" sldId="266"/>
        </pc:sldMkLst>
      </pc:sldChg>
      <pc:sldChg chg="addSp delSp modSp add mod">
        <pc:chgData name="Anton Vasilyev" userId="c9a2c3308cbc88f4" providerId="LiveId" clId="{A8F99119-FFFB-4347-9B94-A35508771FDA}" dt="2020-11-09T12:24:22.461" v="825" actId="1076"/>
        <pc:sldMkLst>
          <pc:docMk/>
          <pc:sldMk cId="500289678" sldId="267"/>
        </pc:sldMkLst>
      </pc:sldChg>
      <pc:sldChg chg="new del">
        <pc:chgData name="Anton Vasilyev" userId="c9a2c3308cbc88f4" providerId="LiveId" clId="{A8F99119-FFFB-4347-9B94-A35508771FDA}" dt="2020-11-09T12:05:11.181" v="395" actId="2696"/>
        <pc:sldMkLst>
          <pc:docMk/>
          <pc:sldMk cId="2783319270" sldId="268"/>
        </pc:sldMkLst>
      </pc:sldChg>
      <pc:sldChg chg="modSp add mod ord">
        <pc:chgData name="Anton Vasilyev" userId="c9a2c3308cbc88f4" providerId="LiveId" clId="{A8F99119-FFFB-4347-9B94-A35508771FDA}" dt="2020-11-09T12:08:25.891" v="510" actId="403"/>
        <pc:sldMkLst>
          <pc:docMk/>
          <pc:sldMk cId="4175550335" sldId="268"/>
        </pc:sldMkLst>
      </pc:sldChg>
      <pc:sldChg chg="modSp add mod">
        <pc:chgData name="Anton Vasilyev" userId="c9a2c3308cbc88f4" providerId="LiveId" clId="{A8F99119-FFFB-4347-9B94-A35508771FDA}" dt="2020-11-09T12:32:09.427" v="862" actId="20577"/>
        <pc:sldMkLst>
          <pc:docMk/>
          <pc:sldMk cId="3945272560" sldId="269"/>
        </pc:sldMkLst>
      </pc:sldChg>
      <pc:sldChg chg="addSp modSp add mod">
        <pc:chgData name="Anton Vasilyev" userId="c9a2c3308cbc88f4" providerId="LiveId" clId="{A8F99119-FFFB-4347-9B94-A35508771FDA}" dt="2020-11-09T12:14:06.271" v="643" actId="1076"/>
        <pc:sldMkLst>
          <pc:docMk/>
          <pc:sldMk cId="4044844545" sldId="270"/>
        </pc:sldMkLst>
      </pc:sldChg>
      <pc:sldChg chg="delSp modSp add mod">
        <pc:chgData name="Anton Vasilyev" userId="c9a2c3308cbc88f4" providerId="LiveId" clId="{A8F99119-FFFB-4347-9B94-A35508771FDA}" dt="2020-11-09T12:14:59.112" v="662" actId="255"/>
        <pc:sldMkLst>
          <pc:docMk/>
          <pc:sldMk cId="3672457300" sldId="271"/>
        </pc:sldMkLst>
      </pc:sldChg>
      <pc:sldChg chg="modSp add mod">
        <pc:chgData name="Anton Vasilyev" userId="c9a2c3308cbc88f4" providerId="LiveId" clId="{A8F99119-FFFB-4347-9B94-A35508771FDA}" dt="2020-11-09T12:21:46.280" v="759" actId="255"/>
        <pc:sldMkLst>
          <pc:docMk/>
          <pc:sldMk cId="2028285975" sldId="272"/>
        </pc:sldMkLst>
      </pc:sldChg>
      <pc:sldChg chg="modSp add mod">
        <pc:chgData name="Anton Vasilyev" userId="c9a2c3308cbc88f4" providerId="LiveId" clId="{A8F99119-FFFB-4347-9B94-A35508771FDA}" dt="2020-11-09T12:19:20.911" v="735" actId="20577"/>
        <pc:sldMkLst>
          <pc:docMk/>
          <pc:sldMk cId="3009522904" sldId="273"/>
        </pc:sldMkLst>
      </pc:sldChg>
      <pc:sldChg chg="modSp add mod">
        <pc:chgData name="Anton Vasilyev" userId="c9a2c3308cbc88f4" providerId="LiveId" clId="{A8F99119-FFFB-4347-9B94-A35508771FDA}" dt="2020-11-09T12:22:28.150" v="769" actId="15"/>
        <pc:sldMkLst>
          <pc:docMk/>
          <pc:sldMk cId="74763592" sldId="274"/>
        </pc:sldMkLst>
      </pc:sldChg>
      <pc:sldChg chg="addSp delSp modSp add mod">
        <pc:chgData name="Anton Vasilyev" userId="c9a2c3308cbc88f4" providerId="LiveId" clId="{A8F99119-FFFB-4347-9B94-A35508771FDA}" dt="2020-11-09T12:32:31.075" v="863" actId="1076"/>
        <pc:sldMkLst>
          <pc:docMk/>
          <pc:sldMk cId="2447925966" sldId="275"/>
        </pc:sldMkLst>
      </pc:sldChg>
      <pc:sldChg chg="addSp delSp modSp add mod">
        <pc:chgData name="Anton Vasilyev" userId="c9a2c3308cbc88f4" providerId="LiveId" clId="{A8F99119-FFFB-4347-9B94-A35508771FDA}" dt="2020-11-09T12:24:00.861" v="824" actId="1076"/>
        <pc:sldMkLst>
          <pc:docMk/>
          <pc:sldMk cId="1934416503" sldId="276"/>
        </pc:sldMkLst>
      </pc:sldChg>
      <pc:sldChg chg="addSp delSp modSp add mod">
        <pc:chgData name="Anton Vasilyev" userId="c9a2c3308cbc88f4" providerId="LiveId" clId="{A8F99119-FFFB-4347-9B94-A35508771FDA}" dt="2020-11-09T12:25:03.620" v="842" actId="1076"/>
        <pc:sldMkLst>
          <pc:docMk/>
          <pc:sldMk cId="393434215" sldId="277"/>
        </pc:sldMkLst>
      </pc:sldChg>
      <pc:sldChg chg="addSp delSp modSp add mod">
        <pc:chgData name="Anton Vasilyev" userId="c9a2c3308cbc88f4" providerId="LiveId" clId="{A8F99119-FFFB-4347-9B94-A35508771FDA}" dt="2020-11-09T12:25:40.431" v="846" actId="1076"/>
        <pc:sldMkLst>
          <pc:docMk/>
          <pc:sldMk cId="2084164705" sldId="278"/>
        </pc:sldMkLst>
      </pc:sldChg>
      <pc:sldChg chg="addSp delSp modSp add mod">
        <pc:chgData name="Anton Vasilyev" userId="c9a2c3308cbc88f4" providerId="LiveId" clId="{A8F99119-FFFB-4347-9B94-A35508771FDA}" dt="2020-11-09T12:26:04.829" v="850" actId="1076"/>
        <pc:sldMkLst>
          <pc:docMk/>
          <pc:sldMk cId="1490020622" sldId="279"/>
        </pc:sldMkLst>
      </pc:sldChg>
      <pc:sldChg chg="addSp delSp modSp add mod">
        <pc:chgData name="Anton Vasilyev" userId="c9a2c3308cbc88f4" providerId="LiveId" clId="{A8F99119-FFFB-4347-9B94-A35508771FDA}" dt="2020-11-09T12:26:31.807" v="854" actId="1076"/>
        <pc:sldMkLst>
          <pc:docMk/>
          <pc:sldMk cId="2559597942" sldId="280"/>
        </pc:sldMkLst>
      </pc:sldChg>
      <pc:sldChg chg="modSp add mod ord">
        <pc:chgData name="Anton Vasilyev" userId="c9a2c3308cbc88f4" providerId="LiveId" clId="{A8F99119-FFFB-4347-9B94-A35508771FDA}" dt="2020-11-09T13:22:04.566" v="896" actId="6549"/>
        <pc:sldMkLst>
          <pc:docMk/>
          <pc:sldMk cId="3425571670" sldId="281"/>
        </pc:sldMkLst>
      </pc:sldChg>
      <pc:sldChg chg="addSp delSp modSp add mod">
        <pc:chgData name="Anton Vasilyev" userId="c9a2c3308cbc88f4" providerId="LiveId" clId="{A8F99119-FFFB-4347-9B94-A35508771FDA}" dt="2020-11-09T13:23:07.108" v="947" actId="1076"/>
        <pc:sldMkLst>
          <pc:docMk/>
          <pc:sldMk cId="2225657827" sldId="282"/>
        </pc:sldMkLst>
      </pc:sldChg>
      <pc:sldChg chg="addSp delSp modSp add mod">
        <pc:chgData name="Anton Vasilyev" userId="c9a2c3308cbc88f4" providerId="LiveId" clId="{A8F99119-FFFB-4347-9B94-A35508771FDA}" dt="2020-11-09T13:23:44.101" v="964" actId="1076"/>
        <pc:sldMkLst>
          <pc:docMk/>
          <pc:sldMk cId="2957237505" sldId="283"/>
        </pc:sldMkLst>
      </pc:sldChg>
      <pc:sldChg chg="addSp delSp modSp add mod">
        <pc:chgData name="Anton Vasilyev" userId="c9a2c3308cbc88f4" providerId="LiveId" clId="{A8F99119-FFFB-4347-9B94-A35508771FDA}" dt="2020-11-09T13:25:18.685" v="970" actId="1076"/>
        <pc:sldMkLst>
          <pc:docMk/>
          <pc:sldMk cId="3883675647" sldId="284"/>
        </pc:sldMkLst>
      </pc:sldChg>
      <pc:sldChg chg="modSp add mod ord">
        <pc:chgData name="Anton Vasilyev" userId="c9a2c3308cbc88f4" providerId="LiveId" clId="{A8F99119-FFFB-4347-9B94-A35508771FDA}" dt="2020-11-09T13:45:04.194" v="1318" actId="20577"/>
        <pc:sldMkLst>
          <pc:docMk/>
          <pc:sldMk cId="2667846834" sldId="285"/>
        </pc:sldMkLst>
      </pc:sldChg>
      <pc:sldChg chg="modSp add mod">
        <pc:chgData name="Anton Vasilyev" userId="c9a2c3308cbc88f4" providerId="LiveId" clId="{A8F99119-FFFB-4347-9B94-A35508771FDA}" dt="2020-11-09T13:49:50.387" v="1399" actId="20577"/>
        <pc:sldMkLst>
          <pc:docMk/>
          <pc:sldMk cId="39667180" sldId="286"/>
        </pc:sldMkLst>
      </pc:sldChg>
      <pc:sldChg chg="modSp add mod ord">
        <pc:chgData name="Anton Vasilyev" userId="c9a2c3308cbc88f4" providerId="LiveId" clId="{A8F99119-FFFB-4347-9B94-A35508771FDA}" dt="2020-11-09T13:53:34.812" v="1644" actId="255"/>
        <pc:sldMkLst>
          <pc:docMk/>
          <pc:sldMk cId="3293052585" sldId="287"/>
        </pc:sldMkLst>
      </pc:sldChg>
      <pc:sldChg chg="addSp delSp modSp add mod ord">
        <pc:chgData name="Anton Vasilyev" userId="c9a2c3308cbc88f4" providerId="LiveId" clId="{A8F99119-FFFB-4347-9B94-A35508771FDA}" dt="2020-11-09T13:54:08.219" v="1650" actId="1076"/>
        <pc:sldMkLst>
          <pc:docMk/>
          <pc:sldMk cId="3057144070" sldId="288"/>
        </pc:sldMkLst>
      </pc:sldChg>
      <pc:sldChg chg="modSp add mod ord">
        <pc:chgData name="Anton Vasilyev" userId="c9a2c3308cbc88f4" providerId="LiveId" clId="{A8F99119-FFFB-4347-9B94-A35508771FDA}" dt="2020-11-09T13:59:04.627" v="2096" actId="20577"/>
        <pc:sldMkLst>
          <pc:docMk/>
          <pc:sldMk cId="3519335592" sldId="289"/>
        </pc:sldMkLst>
      </pc:sldChg>
      <pc:sldChg chg="modSp add mod">
        <pc:chgData name="Anton Vasilyev" userId="c9a2c3308cbc88f4" providerId="LiveId" clId="{A8F99119-FFFB-4347-9B94-A35508771FDA}" dt="2020-11-09T14:01:32.340" v="2404" actId="6549"/>
        <pc:sldMkLst>
          <pc:docMk/>
          <pc:sldMk cId="2437596111" sldId="290"/>
        </pc:sldMkLst>
      </pc:sldChg>
      <pc:sldChg chg="modSp add mod ord">
        <pc:chgData name="Anton Vasilyev" userId="c9a2c3308cbc88f4" providerId="LiveId" clId="{A8F99119-FFFB-4347-9B94-A35508771FDA}" dt="2020-11-09T14:17:46.541" v="2850"/>
        <pc:sldMkLst>
          <pc:docMk/>
          <pc:sldMk cId="3653755971" sldId="291"/>
        </pc:sldMkLst>
      </pc:sldChg>
      <pc:sldChg chg="modSp add mod">
        <pc:chgData name="Anton Vasilyev" userId="c9a2c3308cbc88f4" providerId="LiveId" clId="{A8F99119-FFFB-4347-9B94-A35508771FDA}" dt="2020-11-09T14:15:48.652" v="2778" actId="2711"/>
        <pc:sldMkLst>
          <pc:docMk/>
          <pc:sldMk cId="1847214258" sldId="292"/>
        </pc:sldMkLst>
      </pc:sldChg>
      <pc:sldChg chg="modSp add mod">
        <pc:chgData name="Anton Vasilyev" userId="c9a2c3308cbc88f4" providerId="LiveId" clId="{A8F99119-FFFB-4347-9B94-A35508771FDA}" dt="2020-11-09T14:15:27.133" v="2774" actId="2711"/>
        <pc:sldMkLst>
          <pc:docMk/>
          <pc:sldMk cId="2578945563" sldId="293"/>
        </pc:sldMkLst>
      </pc:sldChg>
      <pc:sldChg chg="addSp delSp modSp add mod">
        <pc:chgData name="Anton Vasilyev" userId="c9a2c3308cbc88f4" providerId="LiveId" clId="{A8F99119-FFFB-4347-9B94-A35508771FDA}" dt="2020-11-09T14:16:46.229" v="2819" actId="1076"/>
        <pc:sldMkLst>
          <pc:docMk/>
          <pc:sldMk cId="4187105725" sldId="294"/>
        </pc:sldMkLst>
      </pc:sldChg>
      <pc:sldChg chg="addSp delSp modSp add mod">
        <pc:chgData name="Anton Vasilyev" userId="c9a2c3308cbc88f4" providerId="LiveId" clId="{A8F99119-FFFB-4347-9B94-A35508771FDA}" dt="2020-11-09T14:17:37.443" v="2848" actId="1076"/>
        <pc:sldMkLst>
          <pc:docMk/>
          <pc:sldMk cId="3229664074" sldId="295"/>
        </pc:sldMkLst>
      </pc:sldChg>
      <pc:sldChg chg="addSp delSp modSp add mod">
        <pc:chgData name="Anton Vasilyev" userId="c9a2c3308cbc88f4" providerId="LiveId" clId="{A8F99119-FFFB-4347-9B94-A35508771FDA}" dt="2020-11-09T14:18:50.506" v="2927" actId="1076"/>
        <pc:sldMkLst>
          <pc:docMk/>
          <pc:sldMk cId="3509179635" sldId="296"/>
        </pc:sldMkLst>
      </pc:sldChg>
      <pc:sldChg chg="modSp add mod ord">
        <pc:chgData name="Anton Vasilyev" userId="c9a2c3308cbc88f4" providerId="LiveId" clId="{A8F99119-FFFB-4347-9B94-A35508771FDA}" dt="2020-11-09T14:22:18.187" v="3432" actId="20577"/>
        <pc:sldMkLst>
          <pc:docMk/>
          <pc:sldMk cId="3982922168" sldId="297"/>
        </pc:sldMkLst>
      </pc:sldChg>
      <pc:sldChg chg="modSp add mod">
        <pc:chgData name="Anton Vasilyev" userId="c9a2c3308cbc88f4" providerId="LiveId" clId="{A8F99119-FFFB-4347-9B94-A35508771FDA}" dt="2020-11-09T14:31:51.593" v="3938" actId="20577"/>
        <pc:sldMkLst>
          <pc:docMk/>
          <pc:sldMk cId="2273940692" sldId="298"/>
        </pc:sldMkLst>
      </pc:sldChg>
      <pc:sldChg chg="modSp add mod">
        <pc:chgData name="Anton Vasilyev" userId="c9a2c3308cbc88f4" providerId="LiveId" clId="{A8F99119-FFFB-4347-9B94-A35508771FDA}" dt="2020-11-09T14:33:16.185" v="3970" actId="20577"/>
        <pc:sldMkLst>
          <pc:docMk/>
          <pc:sldMk cId="995942259" sldId="299"/>
        </pc:sldMkLst>
      </pc:sldChg>
      <pc:sldChg chg="modSp add mod">
        <pc:chgData name="Anton Vasilyev" userId="c9a2c3308cbc88f4" providerId="LiveId" clId="{A8F99119-FFFB-4347-9B94-A35508771FDA}" dt="2020-11-09T14:35:37.407" v="4065" actId="20577"/>
        <pc:sldMkLst>
          <pc:docMk/>
          <pc:sldMk cId="144817910" sldId="300"/>
        </pc:sldMkLst>
      </pc:sldChg>
      <pc:sldChg chg="modSp add mod">
        <pc:chgData name="Anton Vasilyev" userId="c9a2c3308cbc88f4" providerId="LiveId" clId="{A8F99119-FFFB-4347-9B94-A35508771FDA}" dt="2020-11-09T14:41:43.465" v="4256" actId="2711"/>
        <pc:sldMkLst>
          <pc:docMk/>
          <pc:sldMk cId="2265233872" sldId="301"/>
        </pc:sldMkLst>
      </pc:sldChg>
    </pc:docChg>
  </pc:docChgLst>
  <pc:docChgLst>
    <pc:chgData name="Anton Vasilyev" userId="c9a2c3308cbc88f4" providerId="LiveId" clId="{40EC9549-376A-4194-8CE9-B658711E9662}"/>
    <pc:docChg chg="modSld">
      <pc:chgData name="Anton Vasilyev" userId="c9a2c3308cbc88f4" providerId="LiveId" clId="{40EC9549-376A-4194-8CE9-B658711E9662}" dt="2023-02-05T20:06:18.313" v="25"/>
      <pc:docMkLst>
        <pc:docMk/>
      </pc:docMkLst>
      <pc:sldChg chg="modAnim">
        <pc:chgData name="Anton Vasilyev" userId="c9a2c3308cbc88f4" providerId="LiveId" clId="{40EC9549-376A-4194-8CE9-B658711E9662}" dt="2023-02-05T20:04:51.335" v="9"/>
        <pc:sldMkLst>
          <pc:docMk/>
          <pc:sldMk cId="3672457300" sldId="271"/>
        </pc:sldMkLst>
      </pc:sldChg>
      <pc:sldChg chg="modAnim">
        <pc:chgData name="Anton Vasilyev" userId="c9a2c3308cbc88f4" providerId="LiveId" clId="{40EC9549-376A-4194-8CE9-B658711E9662}" dt="2023-02-05T20:05:13.642" v="14"/>
        <pc:sldMkLst>
          <pc:docMk/>
          <pc:sldMk cId="2028285975" sldId="272"/>
        </pc:sldMkLst>
      </pc:sldChg>
      <pc:sldChg chg="modAnim">
        <pc:chgData name="Anton Vasilyev" userId="c9a2c3308cbc88f4" providerId="LiveId" clId="{40EC9549-376A-4194-8CE9-B658711E9662}" dt="2023-02-05T20:05:23.263" v="15"/>
        <pc:sldMkLst>
          <pc:docMk/>
          <pc:sldMk cId="3009522904" sldId="273"/>
        </pc:sldMkLst>
      </pc:sldChg>
      <pc:sldChg chg="modAnim">
        <pc:chgData name="Anton Vasilyev" userId="c9a2c3308cbc88f4" providerId="LiveId" clId="{40EC9549-376A-4194-8CE9-B658711E9662}" dt="2023-02-05T20:05:56.431" v="21"/>
        <pc:sldMkLst>
          <pc:docMk/>
          <pc:sldMk cId="3234011780" sldId="303"/>
        </pc:sldMkLst>
      </pc:sldChg>
      <pc:sldChg chg="modAnim">
        <pc:chgData name="Anton Vasilyev" userId="c9a2c3308cbc88f4" providerId="LiveId" clId="{40EC9549-376A-4194-8CE9-B658711E9662}" dt="2023-02-05T20:04:10.041" v="0"/>
        <pc:sldMkLst>
          <pc:docMk/>
          <pc:sldMk cId="3047985178" sldId="311"/>
        </pc:sldMkLst>
      </pc:sldChg>
      <pc:sldChg chg="modAnim">
        <pc:chgData name="Anton Vasilyev" userId="c9a2c3308cbc88f4" providerId="LiveId" clId="{40EC9549-376A-4194-8CE9-B658711E9662}" dt="2023-02-05T20:04:17.065" v="1"/>
        <pc:sldMkLst>
          <pc:docMk/>
          <pc:sldMk cId="1677972372" sldId="314"/>
        </pc:sldMkLst>
      </pc:sldChg>
      <pc:sldChg chg="modAnim">
        <pc:chgData name="Anton Vasilyev" userId="c9a2c3308cbc88f4" providerId="LiveId" clId="{40EC9549-376A-4194-8CE9-B658711E9662}" dt="2023-02-05T20:04:21.920" v="2"/>
        <pc:sldMkLst>
          <pc:docMk/>
          <pc:sldMk cId="919062890" sldId="317"/>
        </pc:sldMkLst>
      </pc:sldChg>
      <pc:sldChg chg="modAnim">
        <pc:chgData name="Anton Vasilyev" userId="c9a2c3308cbc88f4" providerId="LiveId" clId="{40EC9549-376A-4194-8CE9-B658711E9662}" dt="2023-02-05T20:04:26.176" v="3"/>
        <pc:sldMkLst>
          <pc:docMk/>
          <pc:sldMk cId="1196236977" sldId="318"/>
        </pc:sldMkLst>
      </pc:sldChg>
      <pc:sldChg chg="modAnim">
        <pc:chgData name="Anton Vasilyev" userId="c9a2c3308cbc88f4" providerId="LiveId" clId="{40EC9549-376A-4194-8CE9-B658711E9662}" dt="2023-02-05T20:04:30.304" v="4"/>
        <pc:sldMkLst>
          <pc:docMk/>
          <pc:sldMk cId="2919403923" sldId="319"/>
        </pc:sldMkLst>
      </pc:sldChg>
      <pc:sldChg chg="modAnim">
        <pc:chgData name="Anton Vasilyev" userId="c9a2c3308cbc88f4" providerId="LiveId" clId="{40EC9549-376A-4194-8CE9-B658711E9662}" dt="2023-02-05T20:04:33.888" v="5"/>
        <pc:sldMkLst>
          <pc:docMk/>
          <pc:sldMk cId="1080387400" sldId="320"/>
        </pc:sldMkLst>
      </pc:sldChg>
      <pc:sldChg chg="modSp mod modAnim">
        <pc:chgData name="Anton Vasilyev" userId="c9a2c3308cbc88f4" providerId="LiveId" clId="{40EC9549-376A-4194-8CE9-B658711E9662}" dt="2023-02-05T20:04:40.776" v="7"/>
        <pc:sldMkLst>
          <pc:docMk/>
          <pc:sldMk cId="1373405479" sldId="323"/>
        </pc:sldMkLst>
      </pc:sldChg>
      <pc:sldChg chg="modAnim">
        <pc:chgData name="Anton Vasilyev" userId="c9a2c3308cbc88f4" providerId="LiveId" clId="{40EC9549-376A-4194-8CE9-B658711E9662}" dt="2023-02-05T20:04:47.264" v="8"/>
        <pc:sldMkLst>
          <pc:docMk/>
          <pc:sldMk cId="3770868458" sldId="326"/>
        </pc:sldMkLst>
      </pc:sldChg>
      <pc:sldChg chg="modAnim">
        <pc:chgData name="Anton Vasilyev" userId="c9a2c3308cbc88f4" providerId="LiveId" clId="{40EC9549-376A-4194-8CE9-B658711E9662}" dt="2023-02-05T20:05:29.632" v="16"/>
        <pc:sldMkLst>
          <pc:docMk/>
          <pc:sldMk cId="1704717991" sldId="328"/>
        </pc:sldMkLst>
      </pc:sldChg>
      <pc:sldChg chg="modAnim">
        <pc:chgData name="Anton Vasilyev" userId="c9a2c3308cbc88f4" providerId="LiveId" clId="{40EC9549-376A-4194-8CE9-B658711E9662}" dt="2023-02-05T20:05:32.544" v="17"/>
        <pc:sldMkLst>
          <pc:docMk/>
          <pc:sldMk cId="3113330323" sldId="329"/>
        </pc:sldMkLst>
      </pc:sldChg>
      <pc:sldChg chg="modAnim">
        <pc:chgData name="Anton Vasilyev" userId="c9a2c3308cbc88f4" providerId="LiveId" clId="{40EC9549-376A-4194-8CE9-B658711E9662}" dt="2023-02-05T20:05:36.351" v="18"/>
        <pc:sldMkLst>
          <pc:docMk/>
          <pc:sldMk cId="2515457032" sldId="330"/>
        </pc:sldMkLst>
      </pc:sldChg>
      <pc:sldChg chg="modAnim">
        <pc:chgData name="Anton Vasilyev" userId="c9a2c3308cbc88f4" providerId="LiveId" clId="{40EC9549-376A-4194-8CE9-B658711E9662}" dt="2023-02-05T20:05:39.855" v="19"/>
        <pc:sldMkLst>
          <pc:docMk/>
          <pc:sldMk cId="4189737549" sldId="331"/>
        </pc:sldMkLst>
      </pc:sldChg>
      <pc:sldChg chg="modAnim">
        <pc:chgData name="Anton Vasilyev" userId="c9a2c3308cbc88f4" providerId="LiveId" clId="{40EC9549-376A-4194-8CE9-B658711E9662}" dt="2023-02-05T20:05:51.720" v="20"/>
        <pc:sldMkLst>
          <pc:docMk/>
          <pc:sldMk cId="1722468750" sldId="334"/>
        </pc:sldMkLst>
      </pc:sldChg>
      <pc:sldChg chg="modAnim">
        <pc:chgData name="Anton Vasilyev" userId="c9a2c3308cbc88f4" providerId="LiveId" clId="{40EC9549-376A-4194-8CE9-B658711E9662}" dt="2023-02-05T20:06:18.313" v="25"/>
        <pc:sldMkLst>
          <pc:docMk/>
          <pc:sldMk cId="1765748564" sldId="337"/>
        </pc:sldMkLst>
      </pc:sldChg>
    </pc:docChg>
  </pc:docChgLst>
  <pc:docChgLst>
    <pc:chgData name="Anton Vasilyev" userId="c9a2c3308cbc88f4" providerId="LiveId" clId="{8D35AC86-1FE2-4F53-A760-8706143394CF}"/>
    <pc:docChg chg="undo custSel addSld delSld modSld sldOrd">
      <pc:chgData name="Anton Vasilyev" userId="c9a2c3308cbc88f4" providerId="LiveId" clId="{8D35AC86-1FE2-4F53-A760-8706143394CF}" dt="2023-02-05T20:03:13.812" v="5758" actId="6549"/>
      <pc:docMkLst>
        <pc:docMk/>
      </pc:docMkLst>
      <pc:sldChg chg="modSp mod">
        <pc:chgData name="Anton Vasilyev" userId="c9a2c3308cbc88f4" providerId="LiveId" clId="{8D35AC86-1FE2-4F53-A760-8706143394CF}" dt="2023-02-04T16:42:38.611" v="5706" actId="20577"/>
        <pc:sldMkLst>
          <pc:docMk/>
          <pc:sldMk cId="109857222" sldId="256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1781270823" sldId="259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2323276434" sldId="260"/>
        </pc:sldMkLst>
      </pc:sldChg>
      <pc:sldChg chg="addSp delSp modSp add del mod setBg delDesignElem">
        <pc:chgData name="Anton Vasilyev" userId="c9a2c3308cbc88f4" providerId="LiveId" clId="{8D35AC86-1FE2-4F53-A760-8706143394CF}" dt="2023-02-05T19:59:36.891" v="5755" actId="6549"/>
        <pc:sldMkLst>
          <pc:docMk/>
          <pc:sldMk cId="462382713" sldId="261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3094037597" sldId="262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1668734427" sldId="263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154565668" sldId="264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3793964662" sldId="265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3030394170" sldId="266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2024789541" sldId="267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3085063955" sldId="268"/>
        </pc:sldMkLst>
      </pc:sldChg>
      <pc:sldChg chg="modSp add mod ord">
        <pc:chgData name="Anton Vasilyev" userId="c9a2c3308cbc88f4" providerId="LiveId" clId="{8D35AC86-1FE2-4F53-A760-8706143394CF}" dt="2023-02-04T15:22:07.030" v="1217"/>
        <pc:sldMkLst>
          <pc:docMk/>
          <pc:sldMk cId="3945272560" sldId="269"/>
        </pc:sldMkLst>
      </pc:sldChg>
      <pc:sldChg chg="modSp add del mod">
        <pc:chgData name="Anton Vasilyev" userId="c9a2c3308cbc88f4" providerId="LiveId" clId="{8D35AC86-1FE2-4F53-A760-8706143394CF}" dt="2023-02-04T15:22:28.074" v="1238" actId="2696"/>
        <pc:sldMkLst>
          <pc:docMk/>
          <pc:sldMk cId="4044844545" sldId="270"/>
        </pc:sldMkLst>
      </pc:sldChg>
      <pc:sldChg chg="modSp add mod">
        <pc:chgData name="Anton Vasilyev" userId="c9a2c3308cbc88f4" providerId="LiveId" clId="{8D35AC86-1FE2-4F53-A760-8706143394CF}" dt="2023-02-04T15:22:39.499" v="1251" actId="20577"/>
        <pc:sldMkLst>
          <pc:docMk/>
          <pc:sldMk cId="3672457300" sldId="271"/>
        </pc:sldMkLst>
      </pc:sldChg>
      <pc:sldChg chg="modSp add mod">
        <pc:chgData name="Anton Vasilyev" userId="c9a2c3308cbc88f4" providerId="LiveId" clId="{8D35AC86-1FE2-4F53-A760-8706143394CF}" dt="2023-02-04T15:22:58.596" v="1284" actId="27636"/>
        <pc:sldMkLst>
          <pc:docMk/>
          <pc:sldMk cId="2028285975" sldId="272"/>
        </pc:sldMkLst>
      </pc:sldChg>
      <pc:sldChg chg="modSp add mod ord modNotesTx">
        <pc:chgData name="Anton Vasilyev" userId="c9a2c3308cbc88f4" providerId="LiveId" clId="{8D35AC86-1FE2-4F53-A760-8706143394CF}" dt="2023-02-04T16:08:58.725" v="2820" actId="113"/>
        <pc:sldMkLst>
          <pc:docMk/>
          <pc:sldMk cId="3009522904" sldId="273"/>
        </pc:sldMkLst>
      </pc:sldChg>
      <pc:sldChg chg="del">
        <pc:chgData name="Anton Vasilyev" userId="c9a2c3308cbc88f4" providerId="LiveId" clId="{8D35AC86-1FE2-4F53-A760-8706143394CF}" dt="2023-02-04T16:28:57.722" v="4707" actId="2696"/>
        <pc:sldMkLst>
          <pc:docMk/>
          <pc:sldMk cId="2265233872" sldId="301"/>
        </pc:sldMkLst>
      </pc:sldChg>
      <pc:sldChg chg="modSp mod">
        <pc:chgData name="Anton Vasilyev" userId="c9a2c3308cbc88f4" providerId="LiveId" clId="{8D35AC86-1FE2-4F53-A760-8706143394CF}" dt="2023-02-04T16:43:30.275" v="5753" actId="6549"/>
        <pc:sldMkLst>
          <pc:docMk/>
          <pc:sldMk cId="3234011780" sldId="303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621353742" sldId="304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2534972340" sldId="305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109133310" sldId="306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3815415688" sldId="307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1582738488" sldId="308"/>
        </pc:sldMkLst>
      </pc:sldChg>
      <pc:sldChg chg="modSp del mod">
        <pc:chgData name="Anton Vasilyev" userId="c9a2c3308cbc88f4" providerId="LiveId" clId="{8D35AC86-1FE2-4F53-A760-8706143394CF}" dt="2023-02-04T16:42:46.060" v="5707" actId="47"/>
        <pc:sldMkLst>
          <pc:docMk/>
          <pc:sldMk cId="3660104045" sldId="309"/>
        </pc:sldMkLst>
      </pc:sldChg>
      <pc:sldChg chg="del">
        <pc:chgData name="Anton Vasilyev" userId="c9a2c3308cbc88f4" providerId="LiveId" clId="{8D35AC86-1FE2-4F53-A760-8706143394CF}" dt="2023-02-04T16:42:46.060" v="5707" actId="47"/>
        <pc:sldMkLst>
          <pc:docMk/>
          <pc:sldMk cId="3183563235" sldId="310"/>
        </pc:sldMkLst>
      </pc:sldChg>
      <pc:sldChg chg="del">
        <pc:chgData name="Anton Vasilyev" userId="c9a2c3308cbc88f4" providerId="LiveId" clId="{8D35AC86-1FE2-4F53-A760-8706143394CF}" dt="2023-02-04T16:42:53.338" v="5708" actId="47"/>
        <pc:sldMkLst>
          <pc:docMk/>
          <pc:sldMk cId="1110677521" sldId="316"/>
        </pc:sldMkLst>
      </pc:sldChg>
      <pc:sldChg chg="modSp mod modNotesTx">
        <pc:chgData name="Anton Vasilyev" userId="c9a2c3308cbc88f4" providerId="LiveId" clId="{8D35AC86-1FE2-4F53-A760-8706143394CF}" dt="2023-02-04T16:43:16.259" v="5751" actId="20577"/>
        <pc:sldMkLst>
          <pc:docMk/>
          <pc:sldMk cId="919062890" sldId="317"/>
        </pc:sldMkLst>
      </pc:sldChg>
      <pc:sldChg chg="modSp mod">
        <pc:chgData name="Anton Vasilyev" userId="c9a2c3308cbc88f4" providerId="LiveId" clId="{8D35AC86-1FE2-4F53-A760-8706143394CF}" dt="2023-02-04T15:06:58.171" v="357" actId="20577"/>
        <pc:sldMkLst>
          <pc:docMk/>
          <pc:sldMk cId="1196236977" sldId="318"/>
        </pc:sldMkLst>
      </pc:sldChg>
      <pc:sldChg chg="modSp mod modNotesTx">
        <pc:chgData name="Anton Vasilyev" userId="c9a2c3308cbc88f4" providerId="LiveId" clId="{8D35AC86-1FE2-4F53-A760-8706143394CF}" dt="2023-02-05T20:03:13.812" v="5758" actId="6549"/>
        <pc:sldMkLst>
          <pc:docMk/>
          <pc:sldMk cId="2919403923" sldId="319"/>
        </pc:sldMkLst>
      </pc:sldChg>
      <pc:sldChg chg="modSp mod modNotesTx">
        <pc:chgData name="Anton Vasilyev" userId="c9a2c3308cbc88f4" providerId="LiveId" clId="{8D35AC86-1FE2-4F53-A760-8706143394CF}" dt="2023-02-04T15:26:13.501" v="1565" actId="6549"/>
        <pc:sldMkLst>
          <pc:docMk/>
          <pc:sldMk cId="1080387400" sldId="320"/>
        </pc:sldMkLst>
      </pc:sldChg>
      <pc:sldChg chg="modSp mod">
        <pc:chgData name="Anton Vasilyev" userId="c9a2c3308cbc88f4" providerId="LiveId" clId="{8D35AC86-1FE2-4F53-A760-8706143394CF}" dt="2023-02-04T15:06:38.635" v="348" actId="20577"/>
        <pc:sldMkLst>
          <pc:docMk/>
          <pc:sldMk cId="21201633" sldId="321"/>
        </pc:sldMkLst>
      </pc:sldChg>
      <pc:sldChg chg="modSp mod">
        <pc:chgData name="Anton Vasilyev" userId="c9a2c3308cbc88f4" providerId="LiveId" clId="{8D35AC86-1FE2-4F53-A760-8706143394CF}" dt="2023-02-04T15:06:42.692" v="351" actId="20577"/>
        <pc:sldMkLst>
          <pc:docMk/>
          <pc:sldMk cId="3984271710" sldId="322"/>
        </pc:sldMkLst>
      </pc:sldChg>
      <pc:sldChg chg="addSp delSp modSp add mod ord modNotesTx">
        <pc:chgData name="Anton Vasilyev" userId="c9a2c3308cbc88f4" providerId="LiveId" clId="{8D35AC86-1FE2-4F53-A760-8706143394CF}" dt="2023-02-04T15:25:49.565" v="1563" actId="6549"/>
        <pc:sldMkLst>
          <pc:docMk/>
          <pc:sldMk cId="1373405479" sldId="323"/>
        </pc:sldMkLst>
      </pc:sldChg>
      <pc:sldChg chg="modSp add mod modNotesTx">
        <pc:chgData name="Anton Vasilyev" userId="c9a2c3308cbc88f4" providerId="LiveId" clId="{8D35AC86-1FE2-4F53-A760-8706143394CF}" dt="2023-02-04T15:25:52.677" v="1564" actId="6549"/>
        <pc:sldMkLst>
          <pc:docMk/>
          <pc:sldMk cId="1310179085" sldId="324"/>
        </pc:sldMkLst>
      </pc:sldChg>
      <pc:sldChg chg="modSp add mod ord">
        <pc:chgData name="Anton Vasilyev" userId="c9a2c3308cbc88f4" providerId="LiveId" clId="{8D35AC86-1FE2-4F53-A760-8706143394CF}" dt="2023-02-04T15:16:18.932" v="918" actId="6549"/>
        <pc:sldMkLst>
          <pc:docMk/>
          <pc:sldMk cId="422144707" sldId="325"/>
        </pc:sldMkLst>
      </pc:sldChg>
      <pc:sldChg chg="modSp add mod ord modNotesTx">
        <pc:chgData name="Anton Vasilyev" userId="c9a2c3308cbc88f4" providerId="LiveId" clId="{8D35AC86-1FE2-4F53-A760-8706143394CF}" dt="2023-02-04T15:24:36.331" v="1478" actId="20577"/>
        <pc:sldMkLst>
          <pc:docMk/>
          <pc:sldMk cId="3770868458" sldId="326"/>
        </pc:sldMkLst>
      </pc:sldChg>
      <pc:sldChg chg="modSp add mod">
        <pc:chgData name="Anton Vasilyev" userId="c9a2c3308cbc88f4" providerId="LiveId" clId="{8D35AC86-1FE2-4F53-A760-8706143394CF}" dt="2023-02-04T15:25:33.532" v="1562" actId="20577"/>
        <pc:sldMkLst>
          <pc:docMk/>
          <pc:sldMk cId="3519347594" sldId="327"/>
        </pc:sldMkLst>
      </pc:sldChg>
      <pc:sldChg chg="modSp add del mod ord">
        <pc:chgData name="Anton Vasilyev" userId="c9a2c3308cbc88f4" providerId="LiveId" clId="{8D35AC86-1FE2-4F53-A760-8706143394CF}" dt="2023-02-04T15:40:09.155" v="1616" actId="47"/>
        <pc:sldMkLst>
          <pc:docMk/>
          <pc:sldMk cId="444298884" sldId="328"/>
        </pc:sldMkLst>
      </pc:sldChg>
      <pc:sldChg chg="modSp add mod">
        <pc:chgData name="Anton Vasilyev" userId="c9a2c3308cbc88f4" providerId="LiveId" clId="{8D35AC86-1FE2-4F53-A760-8706143394CF}" dt="2023-02-04T16:06:13.384" v="2744" actId="27636"/>
        <pc:sldMkLst>
          <pc:docMk/>
          <pc:sldMk cId="1704717991" sldId="328"/>
        </pc:sldMkLst>
      </pc:sldChg>
      <pc:sldChg chg="modSp add mod">
        <pc:chgData name="Anton Vasilyev" userId="c9a2c3308cbc88f4" providerId="LiveId" clId="{8D35AC86-1FE2-4F53-A760-8706143394CF}" dt="2023-02-04T16:07:52.507" v="2754" actId="255"/>
        <pc:sldMkLst>
          <pc:docMk/>
          <pc:sldMk cId="3113330323" sldId="329"/>
        </pc:sldMkLst>
      </pc:sldChg>
      <pc:sldChg chg="modSp add mod ord">
        <pc:chgData name="Anton Vasilyev" userId="c9a2c3308cbc88f4" providerId="LiveId" clId="{8D35AC86-1FE2-4F53-A760-8706143394CF}" dt="2023-02-04T16:13:12.635" v="3282" actId="20577"/>
        <pc:sldMkLst>
          <pc:docMk/>
          <pc:sldMk cId="2515457032" sldId="330"/>
        </pc:sldMkLst>
      </pc:sldChg>
      <pc:sldChg chg="modSp add mod">
        <pc:chgData name="Anton Vasilyev" userId="c9a2c3308cbc88f4" providerId="LiveId" clId="{8D35AC86-1FE2-4F53-A760-8706143394CF}" dt="2023-02-04T16:17:16.939" v="3776" actId="20577"/>
        <pc:sldMkLst>
          <pc:docMk/>
          <pc:sldMk cId="4189737549" sldId="331"/>
        </pc:sldMkLst>
      </pc:sldChg>
      <pc:sldChg chg="modSp add mod ord">
        <pc:chgData name="Anton Vasilyev" userId="c9a2c3308cbc88f4" providerId="LiveId" clId="{8D35AC86-1FE2-4F53-A760-8706143394CF}" dt="2023-02-04T16:20:05.123" v="3953" actId="6549"/>
        <pc:sldMkLst>
          <pc:docMk/>
          <pc:sldMk cId="3166477713" sldId="332"/>
        </pc:sldMkLst>
      </pc:sldChg>
      <pc:sldChg chg="modSp add mod modNotesTx">
        <pc:chgData name="Anton Vasilyev" userId="c9a2c3308cbc88f4" providerId="LiveId" clId="{8D35AC86-1FE2-4F53-A760-8706143394CF}" dt="2023-02-04T16:21:53.867" v="4054" actId="20577"/>
        <pc:sldMkLst>
          <pc:docMk/>
          <pc:sldMk cId="1464958213" sldId="333"/>
        </pc:sldMkLst>
      </pc:sldChg>
      <pc:sldChg chg="modSp add mod ord">
        <pc:chgData name="Anton Vasilyev" userId="c9a2c3308cbc88f4" providerId="LiveId" clId="{8D35AC86-1FE2-4F53-A760-8706143394CF}" dt="2023-02-04T16:31:04.957" v="4981" actId="27636"/>
        <pc:sldMkLst>
          <pc:docMk/>
          <pc:sldMk cId="1722468750" sldId="334"/>
        </pc:sldMkLst>
      </pc:sldChg>
      <pc:sldChg chg="modSp add mod ord modNotesTx">
        <pc:chgData name="Anton Vasilyev" userId="c9a2c3308cbc88f4" providerId="LiveId" clId="{8D35AC86-1FE2-4F53-A760-8706143394CF}" dt="2023-02-04T16:28:07.156" v="4678" actId="27636"/>
        <pc:sldMkLst>
          <pc:docMk/>
          <pc:sldMk cId="3010912533" sldId="335"/>
        </pc:sldMkLst>
      </pc:sldChg>
      <pc:sldChg chg="modSp add mod">
        <pc:chgData name="Anton Vasilyev" userId="c9a2c3308cbc88f4" providerId="LiveId" clId="{8D35AC86-1FE2-4F53-A760-8706143394CF}" dt="2023-02-04T16:28:35.659" v="4706" actId="6549"/>
        <pc:sldMkLst>
          <pc:docMk/>
          <pc:sldMk cId="1555568497" sldId="336"/>
        </pc:sldMkLst>
      </pc:sldChg>
      <pc:sldChg chg="modSp add mod">
        <pc:chgData name="Anton Vasilyev" userId="c9a2c3308cbc88f4" providerId="LiveId" clId="{8D35AC86-1FE2-4F53-A760-8706143394CF}" dt="2023-02-04T16:36:23.608" v="5673" actId="255"/>
        <pc:sldMkLst>
          <pc:docMk/>
          <pc:sldMk cId="1765748564" sldId="337"/>
        </pc:sldMkLst>
      </pc:sldChg>
      <pc:sldChg chg="modSp add del mod">
        <pc:chgData name="Anton Vasilyev" userId="c9a2c3308cbc88f4" providerId="LiveId" clId="{8D35AC86-1FE2-4F53-A760-8706143394CF}" dt="2023-02-04T16:37:57.394" v="5687" actId="47"/>
        <pc:sldMkLst>
          <pc:docMk/>
          <pc:sldMk cId="3949704441" sldId="338"/>
        </pc:sldMkLst>
      </pc:sldChg>
    </pc:docChg>
  </pc:docChgLst>
  <pc:docChgLst>
    <pc:chgData name="Anton Vasilyev" userId="c9a2c3308cbc88f4" providerId="LiveId" clId="{97DE1492-F73F-4414-94A4-B70714A99312}"/>
    <pc:docChg chg="modSld">
      <pc:chgData name="Anton Vasilyev" userId="c9a2c3308cbc88f4" providerId="LiveId" clId="{97DE1492-F73F-4414-94A4-B70714A99312}" dt="2025-02-02T11:31:53.457" v="10" actId="20577"/>
      <pc:docMkLst>
        <pc:docMk/>
      </pc:docMkLst>
      <pc:sldChg chg="modSp">
        <pc:chgData name="Anton Vasilyev" userId="c9a2c3308cbc88f4" providerId="LiveId" clId="{97DE1492-F73F-4414-94A4-B70714A99312}" dt="2025-02-02T11:31:53.457" v="10" actId="20577"/>
        <pc:sldMkLst>
          <pc:docMk/>
          <pc:sldMk cId="3672457300" sldId="271"/>
        </pc:sldMkLst>
        <pc:spChg chg="mod">
          <ac:chgData name="Anton Vasilyev" userId="c9a2c3308cbc88f4" providerId="LiveId" clId="{97DE1492-F73F-4414-94A4-B70714A99312}" dt="2025-02-02T11:31:53.457" v="10" actId="20577"/>
          <ac:spMkLst>
            <pc:docMk/>
            <pc:sldMk cId="3672457300" sldId="271"/>
            <ac:spMk id="3" creationId="{6EB5EA79-2747-4663-9DD7-388DB5EDF6F6}"/>
          </ac:spMkLst>
        </pc:spChg>
      </pc:sldChg>
    </pc:docChg>
  </pc:docChgLst>
  <pc:docChgLst>
    <pc:chgData name="Anton Vasilyev" userId="c9a2c3308cbc88f4" providerId="LiveId" clId="{C18AAF8D-9BE0-4290-90B1-2DF34026586A}"/>
    <pc:docChg chg="custSel modSld">
      <pc:chgData name="Anton Vasilyev" userId="c9a2c3308cbc88f4" providerId="LiveId" clId="{C18AAF8D-9BE0-4290-90B1-2DF34026586A}" dt="2020-12-01T14:37:56.905" v="340" actId="14826"/>
      <pc:docMkLst>
        <pc:docMk/>
      </pc:docMkLst>
      <pc:sldChg chg="modSp mod">
        <pc:chgData name="Anton Vasilyev" userId="c9a2c3308cbc88f4" providerId="LiveId" clId="{C18AAF8D-9BE0-4290-90B1-2DF34026586A}" dt="2020-12-01T14:31:41.931" v="11" actId="20577"/>
        <pc:sldMkLst>
          <pc:docMk/>
          <pc:sldMk cId="3672457300" sldId="271"/>
        </pc:sldMkLst>
      </pc:sldChg>
      <pc:sldChg chg="modSp mod">
        <pc:chgData name="Anton Vasilyev" userId="c9a2c3308cbc88f4" providerId="LiveId" clId="{C18AAF8D-9BE0-4290-90B1-2DF34026586A}" dt="2020-12-01T14:34:09.260" v="339"/>
        <pc:sldMkLst>
          <pc:docMk/>
          <pc:sldMk cId="3425571670" sldId="281"/>
        </pc:sldMkLst>
      </pc:sldChg>
      <pc:sldChg chg="modSp">
        <pc:chgData name="Anton Vasilyev" userId="c9a2c3308cbc88f4" providerId="LiveId" clId="{C18AAF8D-9BE0-4290-90B1-2DF34026586A}" dt="2020-12-01T14:37:56.905" v="340" actId="14826"/>
        <pc:sldMkLst>
          <pc:docMk/>
          <pc:sldMk cId="3229664074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0CF44-DE88-4EFB-8C02-2B59DF863BD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9A747-30AA-4EF0-91CB-8A379063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4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Почему не подходит </a:t>
            </a:r>
            <a:r>
              <a:rPr lang="en-US" dirty="0"/>
              <a:t>WM_TIMER?</a:t>
            </a:r>
            <a:r>
              <a:rPr lang="ru-RU" dirty="0"/>
              <a:t> Упомянуть про </a:t>
            </a:r>
            <a:r>
              <a:rPr lang="en-US" dirty="0" err="1"/>
              <a:t>undersleep</a:t>
            </a:r>
            <a:r>
              <a:rPr lang="en-US" dirty="0"/>
              <a:t> </a:t>
            </a:r>
            <a:r>
              <a:rPr lang="ru-RU" dirty="0"/>
              <a:t>и плавящиеся видеокарты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750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качестве окна - </a:t>
            </a:r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802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PM_Remove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307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127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690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каждого приложения свой </a:t>
            </a:r>
            <a:r>
              <a:rPr lang="en-US" dirty="0">
                <a:cs typeface="Calibri"/>
              </a:rPr>
              <a:t>ID3D11Device</a:t>
            </a:r>
            <a:r>
              <a:rPr lang="ru-RU" dirty="0">
                <a:cs typeface="Calibri"/>
              </a:rPr>
              <a:t> для одного и того же </a:t>
            </a:r>
            <a:r>
              <a:rPr lang="en-US" dirty="0">
                <a:cs typeface="Calibri"/>
              </a:rPr>
              <a:t>GPU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815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смешивание двух </a:t>
            </a:r>
            <a:r>
              <a:rPr lang="en-US" dirty="0" err="1"/>
              <a:t>swapchain</a:t>
            </a:r>
            <a:r>
              <a:rPr lang="en-US" dirty="0"/>
              <a:t>’</a:t>
            </a:r>
            <a:r>
              <a:rPr lang="ru-RU" dirty="0" err="1"/>
              <a:t>ов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701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733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756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189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956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150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523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436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падение из-за удаленных шейдеров в </a:t>
            </a:r>
            <a:r>
              <a:rPr lang="en-US" dirty="0"/>
              <a:t>Halo</a:t>
            </a:r>
            <a:r>
              <a:rPr lang="ru-RU" dirty="0"/>
              <a:t> 2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719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5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80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07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74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40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23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первый параметр в </a:t>
            </a:r>
            <a:r>
              <a:rPr lang="en-US" dirty="0" err="1"/>
              <a:t>CreateSwapChain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35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7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</a:t>
            </a:r>
            <a:r>
              <a:rPr lang="en-US" dirty="0"/>
              <a:t>SAFE_RELEASE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56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про </a:t>
            </a:r>
            <a:r>
              <a:rPr lang="en-US" dirty="0"/>
              <a:t>SAFE_RELEASE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9A747-30AA-4EF0-91CB-8A379063F1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1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26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learnwin32/error-handling-in-com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ea typeface="+mj-lt"/>
                <a:cs typeface="+mj-lt"/>
              </a:rPr>
              <a:t>Глава</a:t>
            </a:r>
            <a:r>
              <a:rPr lang="en-US" sz="4800" dirty="0">
                <a:ea typeface="+mj-lt"/>
                <a:cs typeface="+mj-lt"/>
              </a:rPr>
              <a:t> 2. </a:t>
            </a:r>
            <a:r>
              <a:rPr lang="ru-RU" sz="4800" dirty="0">
                <a:ea typeface="+mj-lt"/>
                <a:cs typeface="+mj-lt"/>
              </a:rPr>
              <a:t>Инициализация</a:t>
            </a:r>
            <a:endParaRPr lang="en-US" sz="4800" dirty="0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Цикл обработки сообщений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Стандартно: ждем сообщение от ОС, если приходит, обрабатываем</a:t>
            </a:r>
          </a:p>
          <a:p>
            <a:r>
              <a:rPr lang="ru-RU" dirty="0">
                <a:cs typeface="Calibri"/>
              </a:rPr>
              <a:t>Графическое приложение: проверяем очередь сообщений, если что-то есть, обрабатываем, рисуем очередной кадр</a:t>
            </a:r>
          </a:p>
          <a:p>
            <a:r>
              <a:rPr lang="ru-RU" dirty="0">
                <a:cs typeface="Calibri"/>
              </a:rPr>
              <a:t>Обновляем кадр максимально часто – имеем полный контроль над частотой кадров (через </a:t>
            </a:r>
            <a:r>
              <a:rPr lang="en-US" dirty="0">
                <a:cs typeface="Calibri"/>
              </a:rPr>
              <a:t>vertical sync, </a:t>
            </a:r>
            <a:r>
              <a:rPr lang="ru-RU" dirty="0">
                <a:cs typeface="Calibri"/>
              </a:rPr>
              <a:t>или вставив </a:t>
            </a:r>
            <a:r>
              <a:rPr lang="en-US" dirty="0">
                <a:cs typeface="Calibri"/>
              </a:rPr>
              <a:t>sleep</a:t>
            </a:r>
            <a:r>
              <a:rPr lang="ru-RU" dirty="0">
                <a:cs typeface="Calibri"/>
              </a:rPr>
              <a:t>)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98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Стандартный цикл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Main message loop: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GetMessage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0, 0))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TranslateAccelerator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hwnd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hAccelTable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TranslateMessage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DispatchMessage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53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Цикл графического приложения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80"/>
                </a:solidFill>
                <a:latin typeface="Consolas" panose="020B0609020204030204" pitchFamily="49" charset="0"/>
              </a:rPr>
              <a:t>exit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1800" dirty="0">
                <a:solidFill>
                  <a:srgbClr val="000080"/>
                </a:solidFill>
                <a:latin typeface="Consolas" panose="020B0609020204030204" pitchFamily="49" charset="0"/>
              </a:rPr>
              <a:t>exit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PeekMessage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0, 0,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PM_REMOVE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TranslateAccelerator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hwnd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hAccelTable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TranslateMessage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DispatchMessage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msg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message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WM_QUIT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exit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i="0" dirty="0" err="1">
                <a:solidFill>
                  <a:srgbClr val="008000"/>
                </a:solidFill>
                <a:latin typeface="Consolas" panose="020B0609020204030204" pitchFamily="49" charset="0"/>
              </a:rPr>
              <a:t>OutputDebugString</a:t>
            </a:r>
            <a:r>
              <a:rPr lang="en-US" sz="1800" i="0" dirty="0">
                <a:solidFill>
                  <a:srgbClr val="008000"/>
                </a:solidFill>
                <a:latin typeface="Consolas" panose="020B0609020204030204" pitchFamily="49" charset="0"/>
              </a:rPr>
              <a:t>(_T("Render\n"));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11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Клиентская область окна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Хотим определенное разрешение, например 1280 на 720, некоторые графические алгоритмы требуют кратности 4</a:t>
            </a:r>
          </a:p>
          <a:p>
            <a:r>
              <a:rPr lang="ru-RU" dirty="0">
                <a:cs typeface="Calibri"/>
              </a:rPr>
              <a:t>Можем задать размер самого окна (не клиентской области!)</a:t>
            </a:r>
          </a:p>
          <a:p>
            <a:r>
              <a:rPr lang="ru-RU" dirty="0">
                <a:cs typeface="Calibri"/>
              </a:rPr>
              <a:t>Нужно как-то пересчитать</a:t>
            </a:r>
          </a:p>
          <a:p>
            <a:r>
              <a:rPr lang="ru-RU" dirty="0">
                <a:cs typeface="Calibri"/>
              </a:rPr>
              <a:t>Используем </a:t>
            </a:r>
            <a:r>
              <a:rPr lang="en-US" b="1" dirty="0" err="1">
                <a:cs typeface="Calibri"/>
              </a:rPr>
              <a:t>AdjustWindowRect</a:t>
            </a:r>
            <a:endParaRPr lang="en-US" b="1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97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Пересчет размера окна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Adjust window size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RECT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left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right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WindowWidth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1280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top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bottom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WindowHeight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720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AdjustWindowRect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WS_OVERLAPPEDWINDOW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TRUE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MoveWindow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hWnd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100, 100,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right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left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bottom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top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TRUE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20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Инициализация </a:t>
            </a:r>
            <a:r>
              <a:rPr lang="en-US" dirty="0"/>
              <a:t>DirectX 11, </a:t>
            </a:r>
            <a:r>
              <a:rPr lang="ru-RU" dirty="0"/>
              <a:t>минимально необходимы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ID3D11Device – </a:t>
            </a:r>
            <a:r>
              <a:rPr lang="ru-RU" dirty="0">
                <a:cs typeface="Calibri"/>
              </a:rPr>
              <a:t>логический экземпляр конкретного </a:t>
            </a:r>
            <a:r>
              <a:rPr lang="en-US" dirty="0">
                <a:cs typeface="Calibri"/>
              </a:rPr>
              <a:t>GPU</a:t>
            </a:r>
            <a:r>
              <a:rPr lang="ru-RU" dirty="0">
                <a:cs typeface="Calibri"/>
              </a:rPr>
              <a:t>. Используется для создания ресурсов </a:t>
            </a:r>
            <a:r>
              <a:rPr lang="en-US" dirty="0">
                <a:cs typeface="Calibri"/>
              </a:rPr>
              <a:t>DirectX, </a:t>
            </a:r>
            <a:r>
              <a:rPr lang="ru-RU" dirty="0">
                <a:cs typeface="Calibri"/>
              </a:rPr>
              <a:t>допускается обращение из нескольких потоков одновременно</a:t>
            </a:r>
          </a:p>
          <a:p>
            <a:r>
              <a:rPr lang="en-US" dirty="0">
                <a:cs typeface="Calibri"/>
              </a:rPr>
              <a:t>ID3D11DeviceContext – </a:t>
            </a:r>
            <a:r>
              <a:rPr lang="ru-RU" dirty="0">
                <a:cs typeface="Calibri"/>
              </a:rPr>
              <a:t>объект для передачи команд на устройство (</a:t>
            </a:r>
            <a:r>
              <a:rPr lang="en-US" dirty="0">
                <a:cs typeface="Calibri"/>
              </a:rPr>
              <a:t>GPU</a:t>
            </a:r>
            <a:r>
              <a:rPr lang="ru-RU" dirty="0">
                <a:cs typeface="Calibri"/>
              </a:rPr>
              <a:t>), обращение только из одного потока одновременно</a:t>
            </a:r>
          </a:p>
          <a:p>
            <a:r>
              <a:rPr lang="en-US" dirty="0" err="1">
                <a:cs typeface="Calibri"/>
              </a:rPr>
              <a:t>IDXGISwapChain</a:t>
            </a:r>
            <a:r>
              <a:rPr lang="en-US" dirty="0">
                <a:cs typeface="Calibri"/>
              </a:rPr>
              <a:t> – </a:t>
            </a:r>
            <a:r>
              <a:rPr lang="ru-RU" dirty="0">
                <a:cs typeface="Calibri"/>
              </a:rPr>
              <a:t>объект, связывающий </a:t>
            </a:r>
            <a:r>
              <a:rPr lang="en-US" dirty="0">
                <a:cs typeface="Calibri"/>
              </a:rPr>
              <a:t>DirectX </a:t>
            </a:r>
            <a:r>
              <a:rPr lang="ru-RU" dirty="0">
                <a:cs typeface="Calibri"/>
              </a:rPr>
              <a:t>с конкретным окном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06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 b="1" dirty="0"/>
              <a:t>D</a:t>
            </a:r>
            <a:r>
              <a:rPr lang="en-US" dirty="0"/>
              <a:t>irect</a:t>
            </a:r>
            <a:r>
              <a:rPr lang="en-US" b="1" dirty="0"/>
              <a:t>X</a:t>
            </a:r>
            <a:r>
              <a:rPr lang="en-US" dirty="0"/>
              <a:t> </a:t>
            </a:r>
            <a:r>
              <a:rPr lang="en-US" b="1" dirty="0"/>
              <a:t>G</a:t>
            </a:r>
            <a:r>
              <a:rPr lang="en-US" dirty="0"/>
              <a:t>raphics </a:t>
            </a:r>
            <a:r>
              <a:rPr lang="en-US" b="1" dirty="0"/>
              <a:t>I</a:t>
            </a:r>
            <a:r>
              <a:rPr lang="en-US" dirty="0"/>
              <a:t>nfrastructure (DXGI)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Базовый </a:t>
            </a:r>
            <a:r>
              <a:rPr lang="en-US" dirty="0">
                <a:cs typeface="Calibri"/>
              </a:rPr>
              <a:t>API</a:t>
            </a:r>
            <a:r>
              <a:rPr lang="ru-RU" dirty="0">
                <a:cs typeface="Calibri"/>
              </a:rPr>
              <a:t>, позволяющий работать с окнами и </a:t>
            </a:r>
            <a:r>
              <a:rPr lang="en-US" dirty="0">
                <a:cs typeface="Calibri"/>
              </a:rPr>
              <a:t>GPU</a:t>
            </a:r>
            <a:r>
              <a:rPr lang="ru-RU" dirty="0">
                <a:cs typeface="Calibri"/>
              </a:rPr>
              <a:t>, установленными в компьютере</a:t>
            </a:r>
          </a:p>
          <a:p>
            <a:r>
              <a:rPr lang="ru-RU" dirty="0">
                <a:cs typeface="Calibri"/>
              </a:rPr>
              <a:t>Может работать с разными версиями </a:t>
            </a:r>
            <a:r>
              <a:rPr lang="en-US" dirty="0">
                <a:cs typeface="Calibri"/>
              </a:rPr>
              <a:t>DirectX (</a:t>
            </a:r>
            <a:r>
              <a:rPr lang="ru-RU" dirty="0">
                <a:cs typeface="Calibri"/>
              </a:rPr>
              <a:t>начиная с </a:t>
            </a:r>
            <a:r>
              <a:rPr lang="en-US" dirty="0">
                <a:cs typeface="Calibri"/>
              </a:rPr>
              <a:t>10)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Нам нужен, чтобы выбрать нужную </a:t>
            </a:r>
            <a:r>
              <a:rPr lang="en-US" dirty="0">
                <a:cs typeface="Calibri"/>
              </a:rPr>
              <a:t>GPU</a:t>
            </a:r>
            <a:r>
              <a:rPr lang="ru-RU" dirty="0">
                <a:cs typeface="Calibri"/>
              </a:rPr>
              <a:t>…</a:t>
            </a:r>
          </a:p>
          <a:p>
            <a:r>
              <a:rPr lang="ru-RU" dirty="0">
                <a:cs typeface="Calibri"/>
              </a:rPr>
              <a:t>… и создать </a:t>
            </a:r>
            <a:r>
              <a:rPr lang="en-US" dirty="0" err="1">
                <a:cs typeface="Calibri"/>
              </a:rPr>
              <a:t>IDXGISwapChain</a:t>
            </a:r>
            <a:r>
              <a:rPr lang="en-US" dirty="0">
                <a:cs typeface="Calibri"/>
              </a:rPr>
              <a:t> </a:t>
            </a:r>
            <a:r>
              <a:rPr lang="ru-RU" dirty="0">
                <a:cs typeface="Calibri"/>
              </a:rPr>
              <a:t>для вывода картинки в окно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23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Проверка возвращаемых значений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Если метод возвращает </a:t>
            </a:r>
            <a:r>
              <a:rPr lang="en-US" dirty="0">
                <a:cs typeface="Calibri"/>
              </a:rPr>
              <a:t>HRESULT</a:t>
            </a:r>
            <a:r>
              <a:rPr lang="ru-RU" dirty="0">
                <a:cs typeface="Calibri"/>
              </a:rPr>
              <a:t>, возвращаемое значение </a:t>
            </a:r>
            <a:r>
              <a:rPr lang="ru-RU" b="1" dirty="0">
                <a:cs typeface="Calibri"/>
              </a:rPr>
              <a:t>всегда</a:t>
            </a:r>
            <a:r>
              <a:rPr lang="ru-RU" dirty="0">
                <a:cs typeface="Calibri"/>
              </a:rPr>
              <a:t> нужно проверять</a:t>
            </a:r>
            <a:r>
              <a:rPr lang="en-US" baseline="30000" dirty="0">
                <a:cs typeface="Calibri"/>
                <a:hlinkClick r:id="rId3" action="ppaction://hlinksldjump"/>
              </a:rPr>
              <a:t>[1]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Используйте макросы </a:t>
            </a:r>
            <a:r>
              <a:rPr lang="en-US" dirty="0">
                <a:cs typeface="Calibri"/>
              </a:rPr>
              <a:t>SUCCEDDED </a:t>
            </a:r>
            <a:r>
              <a:rPr lang="ru-RU" dirty="0">
                <a:cs typeface="Calibri"/>
              </a:rPr>
              <a:t>и </a:t>
            </a:r>
            <a:r>
              <a:rPr lang="en-US" dirty="0">
                <a:cs typeface="Calibri"/>
              </a:rPr>
              <a:t>FAILED</a:t>
            </a:r>
          </a:p>
          <a:p>
            <a:r>
              <a:rPr lang="ru-RU" dirty="0">
                <a:cs typeface="Calibri"/>
              </a:rPr>
              <a:t>Стандартный подход из </a:t>
            </a:r>
            <a:r>
              <a:rPr lang="en-US" dirty="0">
                <a:cs typeface="Calibri"/>
              </a:rPr>
              <a:t>COM </a:t>
            </a:r>
            <a:r>
              <a:rPr lang="ru-RU" dirty="0">
                <a:cs typeface="Calibri"/>
              </a:rPr>
              <a:t>технологии, используют и </a:t>
            </a:r>
            <a:r>
              <a:rPr lang="en-US" dirty="0">
                <a:cs typeface="Calibri"/>
              </a:rPr>
              <a:t>DXGI </a:t>
            </a:r>
            <a:r>
              <a:rPr lang="ru-RU" dirty="0">
                <a:cs typeface="Calibri"/>
              </a:rPr>
              <a:t>и </a:t>
            </a:r>
            <a:r>
              <a:rPr lang="en-US" dirty="0">
                <a:cs typeface="Calibri"/>
              </a:rPr>
              <a:t>DirectX</a:t>
            </a:r>
          </a:p>
          <a:p>
            <a:r>
              <a:rPr lang="ru-RU" dirty="0">
                <a:cs typeface="Calibri"/>
              </a:rPr>
              <a:t>Некоторые методы увеличивают счетчик ссылок на объект, поэтому нужно не забыть вызвать </a:t>
            </a:r>
            <a:r>
              <a:rPr lang="en-US" dirty="0">
                <a:cs typeface="Calibri"/>
              </a:rPr>
              <a:t>Release() </a:t>
            </a:r>
            <a:r>
              <a:rPr lang="ru-RU" dirty="0">
                <a:cs typeface="Calibri"/>
              </a:rPr>
              <a:t>для этого объекта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40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Выбор </a:t>
            </a:r>
            <a:r>
              <a:rPr lang="en-US" dirty="0"/>
              <a:t>GPU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Создадим </a:t>
            </a:r>
            <a:r>
              <a:rPr lang="en-US" dirty="0" err="1">
                <a:cs typeface="Calibri"/>
              </a:rPr>
              <a:t>IDXGIFactory</a:t>
            </a:r>
            <a:r>
              <a:rPr lang="ru-RU" dirty="0">
                <a:cs typeface="Calibri"/>
              </a:rPr>
              <a:t> – главный объект для работы с </a:t>
            </a:r>
            <a:r>
              <a:rPr lang="en-US" dirty="0">
                <a:cs typeface="Calibri"/>
              </a:rPr>
              <a:t>DXGI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Будем перебирать устройства вывода, пока не найдем подходящее</a:t>
            </a:r>
          </a:p>
          <a:p>
            <a:r>
              <a:rPr lang="en-US" dirty="0">
                <a:cs typeface="Calibri"/>
              </a:rPr>
              <a:t>Microsoft Basic Render Driver – </a:t>
            </a:r>
            <a:r>
              <a:rPr lang="ru-RU" dirty="0">
                <a:cs typeface="Calibri"/>
              </a:rPr>
              <a:t>не годится</a:t>
            </a:r>
            <a:r>
              <a:rPr lang="en-US" dirty="0">
                <a:cs typeface="Calibri"/>
              </a:rPr>
              <a:t>,</a:t>
            </a:r>
            <a:r>
              <a:rPr lang="ru-RU" dirty="0">
                <a:cs typeface="Calibri"/>
              </a:rPr>
              <a:t> это программная эмуляция</a:t>
            </a:r>
          </a:p>
          <a:p>
            <a:r>
              <a:rPr lang="ru-RU" dirty="0">
                <a:cs typeface="Calibri"/>
              </a:rPr>
              <a:t>Любой другой считаем подходящим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38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Выбор </a:t>
            </a:r>
            <a:r>
              <a:rPr lang="en-US" dirty="0"/>
              <a:t>GPU</a:t>
            </a:r>
            <a:r>
              <a:rPr lang="ru-RU" dirty="0"/>
              <a:t>, код </a:t>
            </a:r>
            <a:r>
              <a:rPr lang="en-US" dirty="0"/>
              <a:t>(</a:t>
            </a:r>
            <a:r>
              <a:rPr lang="ru-RU" dirty="0"/>
              <a:t>1</a:t>
            </a:r>
            <a:r>
              <a:rPr lang="en-US" dirty="0"/>
              <a:t>/2)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HRESULT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8000"/>
                </a:solidFill>
                <a:latin typeface="Consolas" panose="020B0609020204030204" pitchFamily="49" charset="0"/>
              </a:rPr>
              <a:t>// Create a DirectX graphics interface factory.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1" dirty="0" err="1">
                <a:solidFill>
                  <a:srgbClr val="0000FF"/>
                </a:solidFill>
                <a:latin typeface="Consolas" panose="020B0609020204030204" pitchFamily="49" charset="0"/>
              </a:rPr>
              <a:t>IDXGIFactory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pFactory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CreateDXGIFactory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__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uuidof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 err="1">
                <a:solidFill>
                  <a:srgbClr val="0000FF"/>
                </a:solidFill>
                <a:latin typeface="Consolas" panose="020B0609020204030204" pitchFamily="49" charset="0"/>
              </a:rPr>
              <a:t>IDXGIFactory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), (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**)&amp;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pFactory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8000"/>
                </a:solidFill>
                <a:latin typeface="Consolas" panose="020B0609020204030204" pitchFamily="49" charset="0"/>
              </a:rPr>
              <a:t>// Select hardware adapter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1" dirty="0" err="1">
                <a:solidFill>
                  <a:srgbClr val="0000FF"/>
                </a:solidFill>
                <a:latin typeface="Consolas" panose="020B0609020204030204" pitchFamily="49" charset="0"/>
              </a:rPr>
              <a:t>IDXGIAdapter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pSelectedAdapter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NULL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 err="1">
                <a:solidFill>
                  <a:srgbClr val="0000FF"/>
                </a:solidFill>
                <a:latin typeface="Consolas" panose="020B0609020204030204" pitchFamily="49" charset="0"/>
              </a:rPr>
              <a:t>IDXGIAdapter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NULL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adapterIdx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pFactory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EnumAdapters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adapterIdx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1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Выбор </a:t>
            </a:r>
            <a:r>
              <a:rPr lang="en-US" dirty="0"/>
              <a:t>GPU</a:t>
            </a:r>
            <a:r>
              <a:rPr lang="ru-RU" dirty="0"/>
              <a:t>, код </a:t>
            </a:r>
            <a:r>
              <a:rPr lang="en-US" dirty="0"/>
              <a:t>(2/2)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        DXGI_ADAPTER_DESC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desc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GetDesc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desc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wcscmp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Description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A31515"/>
                </a:solidFill>
                <a:latin typeface="Consolas" panose="020B0609020204030204" pitchFamily="49" charset="0"/>
              </a:rPr>
              <a:t>L"Microsoft</a:t>
            </a:r>
            <a:r>
              <a:rPr lang="en-US" sz="1800" i="0" dirty="0">
                <a:solidFill>
                  <a:srgbClr val="A31515"/>
                </a:solidFill>
                <a:latin typeface="Consolas" panose="020B0609020204030204" pitchFamily="49" charset="0"/>
              </a:rPr>
              <a:t> Basic Render Driver"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 != 0)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pSelectedAdapter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880000"/>
                </a:solidFill>
                <a:latin typeface="Consolas" panose="020B0609020204030204" pitchFamily="49" charset="0"/>
              </a:rPr>
              <a:t>Release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adapterIdx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assert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pSelectedAdapter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NULL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271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Инициализация </a:t>
            </a:r>
            <a:r>
              <a:rPr lang="en-US" dirty="0"/>
              <a:t>DirectX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606" y="2167604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cs typeface="Calibri"/>
              </a:rPr>
              <a:t>D3D11CreateDevice</a:t>
            </a:r>
          </a:p>
          <a:p>
            <a:r>
              <a:rPr lang="ru-RU" dirty="0">
                <a:cs typeface="Calibri"/>
              </a:rPr>
              <a:t>Создаем </a:t>
            </a:r>
            <a:r>
              <a:rPr lang="en-US" dirty="0">
                <a:cs typeface="Calibri"/>
              </a:rPr>
              <a:t>ID3D11Device </a:t>
            </a:r>
            <a:r>
              <a:rPr lang="ru-RU" dirty="0">
                <a:cs typeface="Calibri"/>
              </a:rPr>
              <a:t>и </a:t>
            </a:r>
            <a:r>
              <a:rPr lang="en-US" dirty="0">
                <a:cs typeface="Calibri"/>
              </a:rPr>
              <a:t>ID3D11DeviceContext </a:t>
            </a:r>
            <a:r>
              <a:rPr lang="ru-RU" dirty="0">
                <a:cs typeface="Calibri"/>
              </a:rPr>
              <a:t>для того </a:t>
            </a:r>
            <a:r>
              <a:rPr lang="en-US" dirty="0">
                <a:cs typeface="Calibri"/>
              </a:rPr>
              <a:t>GPU</a:t>
            </a:r>
            <a:r>
              <a:rPr lang="ru-RU" dirty="0">
                <a:cs typeface="Calibri"/>
              </a:rPr>
              <a:t>, который выбрали на предыдущем шаге</a:t>
            </a:r>
          </a:p>
          <a:p>
            <a:r>
              <a:rPr lang="ru-RU" dirty="0">
                <a:cs typeface="Calibri"/>
              </a:rPr>
              <a:t>Можем передать дополнительные флаги для работы </a:t>
            </a:r>
            <a:r>
              <a:rPr lang="en-US" dirty="0">
                <a:cs typeface="Calibri"/>
              </a:rPr>
              <a:t>ID3D11Device (</a:t>
            </a:r>
            <a:r>
              <a:rPr lang="ru-RU" dirty="0">
                <a:cs typeface="Calibri"/>
              </a:rPr>
              <a:t>нам будет нужен </a:t>
            </a:r>
            <a:r>
              <a:rPr lang="en-US" dirty="0">
                <a:cs typeface="Calibri"/>
              </a:rPr>
              <a:t>D3D11_CREATE_DEVICE_DEBUG)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Можем потребовать аппаратную поддержку определенной версии </a:t>
            </a:r>
            <a:r>
              <a:rPr lang="en-US" dirty="0">
                <a:cs typeface="Calibri"/>
              </a:rPr>
              <a:t>DirectX (D3D_FEATURE_LEVEL_11_0)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40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D3D11CreateDevice</a:t>
            </a:r>
            <a:r>
              <a:rPr lang="ru-RU" dirty="0">
                <a:cs typeface="Calibri"/>
              </a:rPr>
              <a:t>, параметры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 dirty="0" err="1">
                <a:solidFill>
                  <a:srgbClr val="0000FF"/>
                </a:solidFill>
                <a:latin typeface="Consolas" panose="020B0609020204030204" pitchFamily="49" charset="0"/>
              </a:rPr>
              <a:t>IDXGIAdapter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pAdapter</a:t>
            </a:r>
            <a:r>
              <a:rPr lang="ru-RU" sz="2400" dirty="0">
                <a:cs typeface="Calibri"/>
              </a:rPr>
              <a:t> - </a:t>
            </a:r>
            <a:r>
              <a:rPr lang="en-US" sz="2400" dirty="0">
                <a:cs typeface="Calibri"/>
              </a:rPr>
              <a:t>GPU</a:t>
            </a:r>
            <a:r>
              <a:rPr lang="ru-RU" sz="2400" dirty="0">
                <a:cs typeface="Calibri"/>
              </a:rPr>
              <a:t>, с которым будем работать</a:t>
            </a:r>
          </a:p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D3D_DRIVER_TYPE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DriverType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HMODULE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0" dirty="0">
                <a:solidFill>
                  <a:srgbClr val="000080"/>
                </a:solidFill>
                <a:latin typeface="Consolas" panose="020B0609020204030204" pitchFamily="49" charset="0"/>
              </a:rPr>
              <a:t>Software</a:t>
            </a:r>
            <a:r>
              <a:rPr lang="ru-RU" sz="2400" dirty="0">
                <a:cs typeface="Calibri"/>
              </a:rPr>
              <a:t> - тип драйвера (нам нужен </a:t>
            </a:r>
            <a:r>
              <a:rPr lang="en-US" sz="2400" dirty="0">
                <a:cs typeface="Calibri"/>
              </a:rPr>
              <a:t>D3D_DRIVER_TYPE_UNKNOWN</a:t>
            </a:r>
            <a:r>
              <a:rPr lang="ru-RU" sz="2400" dirty="0">
                <a:cs typeface="Calibri"/>
              </a:rPr>
              <a:t> или </a:t>
            </a:r>
            <a:r>
              <a:rPr lang="en-US" sz="2400" dirty="0">
                <a:cs typeface="Calibri"/>
              </a:rPr>
              <a:t>D3D_DRIVER_TYPE_HARDWARE</a:t>
            </a:r>
            <a:r>
              <a:rPr lang="ru-RU" sz="2400" dirty="0">
                <a:cs typeface="Calibri"/>
              </a:rPr>
              <a:t>)</a:t>
            </a:r>
            <a:endParaRPr lang="en-US" sz="2400" dirty="0">
              <a:cs typeface="Calibri"/>
            </a:endParaRPr>
          </a:p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0" dirty="0">
                <a:solidFill>
                  <a:srgbClr val="000080"/>
                </a:solidFill>
                <a:latin typeface="Consolas" panose="020B0609020204030204" pitchFamily="49" charset="0"/>
              </a:rPr>
              <a:t>Flags</a:t>
            </a:r>
            <a:r>
              <a:rPr lang="ru-RU" sz="240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- </a:t>
            </a:r>
            <a:r>
              <a:rPr lang="ru-RU" sz="2400" dirty="0">
                <a:cs typeface="Calibri"/>
              </a:rPr>
              <a:t>флаги для создания </a:t>
            </a:r>
            <a:r>
              <a:rPr lang="en-US" sz="2400" dirty="0">
                <a:cs typeface="Calibri"/>
              </a:rPr>
              <a:t>ID3D11Device (0 </a:t>
            </a:r>
            <a:r>
              <a:rPr lang="ru-RU" sz="2400" dirty="0">
                <a:cs typeface="Calibri"/>
              </a:rPr>
              <a:t>или </a:t>
            </a:r>
            <a:r>
              <a:rPr lang="en-US" sz="2400" dirty="0">
                <a:cs typeface="Calibri"/>
              </a:rPr>
              <a:t>D3D11_CREATE_DEVICE_DEBUG</a:t>
            </a:r>
            <a:r>
              <a:rPr lang="ru-RU" sz="2400" dirty="0">
                <a:cs typeface="Calibri"/>
              </a:rPr>
              <a:t> в </a:t>
            </a:r>
            <a:r>
              <a:rPr lang="en-US" sz="2400" dirty="0">
                <a:cs typeface="Calibri"/>
              </a:rPr>
              <a:t>Debug </a:t>
            </a:r>
            <a:r>
              <a:rPr lang="ru-RU" sz="2400" dirty="0">
                <a:cs typeface="Calibri"/>
              </a:rPr>
              <a:t>конфигурации</a:t>
            </a:r>
            <a:r>
              <a:rPr lang="en-US" sz="2400" dirty="0">
                <a:cs typeface="Calibri"/>
              </a:rPr>
              <a:t>)</a:t>
            </a:r>
          </a:p>
          <a:p>
            <a:r>
              <a:rPr lang="en-US" sz="2400" i="1" dirty="0">
                <a:solidFill>
                  <a:srgbClr val="A000A0"/>
                </a:solidFill>
                <a:latin typeface="Consolas" panose="020B0609020204030204" pitchFamily="49" charset="0"/>
              </a:rPr>
              <a:t>CONST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D3D_FEATURE_LEVEL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4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pFeatureLevels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FeatureLevels</a:t>
            </a:r>
            <a:r>
              <a:rPr lang="ru-RU" sz="240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- </a:t>
            </a:r>
            <a:r>
              <a:rPr lang="ru-RU" sz="2400" dirty="0">
                <a:cs typeface="Calibri"/>
              </a:rPr>
              <a:t>аппаратная поддержка какого уровня нам нужна (</a:t>
            </a:r>
            <a:r>
              <a:rPr lang="en-US" sz="2400" dirty="0">
                <a:cs typeface="Calibri"/>
              </a:rPr>
              <a:t>D3D_FEATURE_LEVEL_11_0</a:t>
            </a:r>
            <a:r>
              <a:rPr lang="ru-RU" sz="2400" dirty="0">
                <a:cs typeface="Calibri"/>
              </a:rPr>
              <a:t>)</a:t>
            </a:r>
          </a:p>
          <a:p>
            <a:r>
              <a:rPr lang="en-US" sz="24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4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SDKVersion</a:t>
            </a:r>
            <a:r>
              <a:rPr lang="ru-RU" sz="2400" dirty="0">
                <a:cs typeface="Calibri"/>
              </a:rPr>
              <a:t> - версия </a:t>
            </a:r>
            <a:r>
              <a:rPr lang="en-US" sz="2400" dirty="0">
                <a:cs typeface="Calibri"/>
              </a:rPr>
              <a:t>SDK (</a:t>
            </a:r>
            <a:r>
              <a:rPr lang="ru-RU" sz="2400" dirty="0">
                <a:cs typeface="Calibri"/>
              </a:rPr>
              <a:t>берем </a:t>
            </a:r>
            <a:r>
              <a:rPr lang="en-US" sz="2400" dirty="0">
                <a:cs typeface="Calibri"/>
              </a:rPr>
              <a:t>D3D11_SDK_VERSION)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17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Инициализация </a:t>
            </a:r>
            <a:r>
              <a:rPr lang="en-US" dirty="0"/>
              <a:t>DirectX</a:t>
            </a:r>
            <a:r>
              <a:rPr lang="ru-RU" dirty="0"/>
              <a:t>, код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Create DirectX 11 device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D3D_FEATURE_LEVEL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level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D3D_FEATURE_LEVEL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levels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[] = {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D3D_FEATURE_LEVEL_11_0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flags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808080"/>
                </a:solidFill>
                <a:latin typeface="Consolas" panose="020B0609020204030204" pitchFamily="49" charset="0"/>
              </a:rPr>
              <a:t>#ifdef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6F008A"/>
                </a:solidFill>
                <a:latin typeface="Consolas" panose="020B0609020204030204" pitchFamily="49" charset="0"/>
              </a:rPr>
              <a:t>_DEBUG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flags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|=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D3D11_CREATE_DEVICE_DEBUG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808080"/>
                </a:solidFill>
                <a:latin typeface="Consolas" panose="020B0609020204030204" pitchFamily="49" charset="0"/>
              </a:rPr>
              <a:t>#endif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880000"/>
                </a:solidFill>
                <a:latin typeface="Consolas" panose="020B0609020204030204" pitchFamily="49" charset="0"/>
              </a:rPr>
              <a:t>D3D11CreateDevice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pSelectedAdapter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D3D_DRIVER_TYPE_UNKNOWN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NULL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flags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levels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1,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D3D11_SDK_VERSION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m_pDevice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level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m_pDeviceContext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assert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level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D3D_FEATURE_LEVEL_11_0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assert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44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Отладочный слой </a:t>
            </a:r>
            <a:r>
              <a:rPr lang="en-US" dirty="0"/>
              <a:t>DirectX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Если метод возвращает значение, то его нужно проверять, но есть методы, которые ничего не возвращают</a:t>
            </a:r>
          </a:p>
          <a:p>
            <a:r>
              <a:rPr lang="ru-RU" dirty="0">
                <a:cs typeface="Calibri"/>
              </a:rPr>
              <a:t>Даже если есть код ошибки, часто непонятно, что именно пошло не так</a:t>
            </a:r>
          </a:p>
          <a:p>
            <a:r>
              <a:rPr lang="ru-RU" dirty="0">
                <a:cs typeface="Calibri"/>
              </a:rPr>
              <a:t>Используем отладочный слой (</a:t>
            </a:r>
            <a:r>
              <a:rPr lang="en-US" dirty="0">
                <a:cs typeface="Calibri"/>
              </a:rPr>
              <a:t>debug layer</a:t>
            </a:r>
            <a:r>
              <a:rPr lang="ru-RU" dirty="0">
                <a:cs typeface="Calibri"/>
              </a:rPr>
              <a:t>)</a:t>
            </a:r>
            <a:r>
              <a:rPr lang="en-US" dirty="0">
                <a:cs typeface="Calibri"/>
              </a:rPr>
              <a:t> DirectX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Может тормозить =(</a:t>
            </a:r>
          </a:p>
          <a:p>
            <a:r>
              <a:rPr lang="ru-RU" dirty="0">
                <a:cs typeface="Calibri"/>
              </a:rPr>
              <a:t>В коммерческих приложениях включаем через командную строку, в лабах – по конфигурации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86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Отладочный слой </a:t>
            </a:r>
            <a:r>
              <a:rPr lang="en-US" dirty="0"/>
              <a:t>DirectX</a:t>
            </a:r>
            <a:r>
              <a:rPr lang="ru-RU" dirty="0"/>
              <a:t>, установка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2400" b="0" i="0" u="none" strike="noStrike" dirty="0">
                <a:solidFill>
                  <a:srgbClr val="333333"/>
                </a:solidFill>
              </a:rPr>
              <a:t>Windows 7/Windows 8.x</a:t>
            </a:r>
          </a:p>
          <a:p>
            <a:pPr marL="0" marR="0" indent="0">
              <a:buNone/>
            </a:pPr>
            <a:r>
              <a:rPr lang="en-US" sz="2400" b="0" i="0" u="none" strike="noStrike" baseline="0" dirty="0">
                <a:solidFill>
                  <a:srgbClr val="333333"/>
                </a:solidFill>
              </a:rPr>
              <a:t>    </a:t>
            </a:r>
            <a:r>
              <a:rPr lang="ru-RU" sz="2400" b="0" i="0" u="none" strike="noStrike" baseline="0" dirty="0">
                <a:solidFill>
                  <a:srgbClr val="333333"/>
                </a:solidFill>
              </a:rPr>
              <a:t>Нужно установить </a:t>
            </a:r>
            <a:r>
              <a:rPr lang="en-US" sz="2400" b="0" i="0" u="none" strike="noStrike" baseline="0" dirty="0">
                <a:solidFill>
                  <a:srgbClr val="333333"/>
                </a:solidFill>
              </a:rPr>
              <a:t>Windows Software Development Kit (SDK) </a:t>
            </a:r>
            <a:r>
              <a:rPr lang="ru-RU" sz="2400" b="0" i="0" u="none" strike="noStrike" baseline="0" dirty="0">
                <a:solidFill>
                  <a:srgbClr val="333333"/>
                </a:solidFill>
              </a:rPr>
              <a:t>для </a:t>
            </a:r>
            <a:r>
              <a:rPr lang="en-US" sz="2400" b="0" i="0" u="none" strike="noStrike" baseline="0" dirty="0">
                <a:solidFill>
                  <a:srgbClr val="333333"/>
                </a:solidFill>
              </a:rPr>
              <a:t>Windows 8.x</a:t>
            </a:r>
          </a:p>
          <a:p>
            <a:pPr marR="0"/>
            <a:r>
              <a:rPr lang="en-US" sz="2400" b="0" i="0" u="none" strike="noStrike" baseline="0">
                <a:solidFill>
                  <a:srgbClr val="333333"/>
                </a:solidFill>
              </a:rPr>
              <a:t>Windows 10/Windows 11</a:t>
            </a:r>
            <a:endParaRPr lang="en-US" sz="2400" b="0" i="0" u="none" strike="noStrike" baseline="0" dirty="0">
              <a:solidFill>
                <a:srgbClr val="333333"/>
              </a:solidFill>
            </a:endParaRPr>
          </a:p>
          <a:p>
            <a:pPr marL="0" marR="0" indent="0">
              <a:buNone/>
            </a:pPr>
            <a:r>
              <a:rPr lang="en-US" sz="2400" dirty="0">
                <a:solidFill>
                  <a:srgbClr val="333333"/>
                </a:solidFill>
              </a:rPr>
              <a:t>    </a:t>
            </a:r>
            <a:r>
              <a:rPr lang="en-US" sz="2400" b="0" i="0" u="none" strike="noStrike" baseline="0" dirty="0" err="1">
                <a:solidFill>
                  <a:srgbClr val="333333"/>
                </a:solidFill>
              </a:rPr>
              <a:t>Settings→Apps→Optional</a:t>
            </a:r>
            <a:r>
              <a:rPr lang="en-US" sz="2400" b="0" i="0" u="none" strike="noStrike" baseline="0" dirty="0">
                <a:solidFill>
                  <a:srgbClr val="333333"/>
                </a:solidFill>
              </a:rPr>
              <a:t> </a:t>
            </a:r>
            <a:r>
              <a:rPr lang="en-US" sz="2400" b="0" i="0" u="none" strike="noStrike" baseline="0" dirty="0" err="1">
                <a:solidFill>
                  <a:srgbClr val="333333"/>
                </a:solidFill>
              </a:rPr>
              <a:t>Features→Graphics</a:t>
            </a:r>
            <a:r>
              <a:rPr lang="en-US" sz="2400" b="0" i="0" u="none" strike="noStrike" baseline="0" dirty="0">
                <a:solidFill>
                  <a:srgbClr val="333333"/>
                </a:solidFill>
              </a:rPr>
              <a:t> Tools</a:t>
            </a:r>
          </a:p>
          <a:p>
            <a:pPr marL="0" marR="0" indent="0">
              <a:buNone/>
            </a:pPr>
            <a:endParaRPr lang="en-US" sz="2400" b="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45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Отладочный слой </a:t>
            </a:r>
            <a:r>
              <a:rPr lang="en-US" dirty="0"/>
              <a:t>DirectX</a:t>
            </a:r>
            <a:r>
              <a:rPr lang="ru-RU" dirty="0"/>
              <a:t>, уровни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ru-RU" sz="2400" b="0" i="0" u="none" strike="noStrike" dirty="0">
                <a:solidFill>
                  <a:srgbClr val="333333"/>
                </a:solidFill>
              </a:rPr>
              <a:t>Уровни “ответственности”</a:t>
            </a:r>
          </a:p>
          <a:p>
            <a:pPr lvl="1"/>
            <a:r>
              <a:rPr lang="ru-RU" sz="2000" b="0" i="0" u="none" strike="noStrike" baseline="0" dirty="0">
                <a:solidFill>
                  <a:srgbClr val="333333"/>
                </a:solidFill>
              </a:rPr>
              <a:t>INFO: Полезная информация (например, объект удалился)</a:t>
            </a:r>
          </a:p>
          <a:p>
            <a:pPr lvl="1"/>
            <a:r>
              <a:rPr lang="ru-RU" sz="2000" b="0" i="0" u="none" strike="noStrike" baseline="0" dirty="0">
                <a:solidFill>
                  <a:srgbClr val="333333"/>
                </a:solidFill>
              </a:rPr>
              <a:t>WARNING: Неочевидное поведение, которое может привести к артефактам изображения (например, ставим в RT текстуру, которая уже используется как </a:t>
            </a:r>
            <a:r>
              <a:rPr lang="ru-RU" sz="2000" b="0" i="0" u="none" strike="noStrike" baseline="0" dirty="0" err="1">
                <a:solidFill>
                  <a:srgbClr val="333333"/>
                </a:solidFill>
              </a:rPr>
              <a:t>shader</a:t>
            </a:r>
            <a:r>
              <a:rPr lang="ru-RU" sz="2000" b="0" i="0" u="none" strike="noStrike" baseline="0" dirty="0">
                <a:solidFill>
                  <a:srgbClr val="333333"/>
                </a:solidFill>
              </a:rPr>
              <a:t> </a:t>
            </a:r>
            <a:r>
              <a:rPr lang="ru-RU" sz="2000" b="0" i="0" u="none" strike="noStrike" baseline="0" dirty="0" err="1">
                <a:solidFill>
                  <a:srgbClr val="333333"/>
                </a:solidFill>
              </a:rPr>
              <a:t>resource</a:t>
            </a:r>
            <a:r>
              <a:rPr lang="ru-RU" sz="2000" b="0" i="0" u="none" strike="noStrike" baseline="0" dirty="0">
                <a:solidFill>
                  <a:srgbClr val="333333"/>
                </a:solidFill>
              </a:rPr>
              <a:t>)</a:t>
            </a:r>
          </a:p>
          <a:p>
            <a:pPr lvl="1"/>
            <a:r>
              <a:rPr lang="ru-RU" sz="2000" b="0" i="0" u="none" strike="noStrike" dirty="0">
                <a:solidFill>
                  <a:srgbClr val="333333"/>
                </a:solidFill>
              </a:rPr>
              <a:t>ERROR: Неправильная работа с API (неверные параметры, неправильное состояние, что-то не вызвали, </a:t>
            </a:r>
            <a:r>
              <a:rPr lang="ru-RU" sz="2000" b="0" i="0" u="none" strike="noStrike" dirty="0" err="1">
                <a:solidFill>
                  <a:srgbClr val="333333"/>
                </a:solidFill>
              </a:rPr>
              <a:t>etc</a:t>
            </a:r>
            <a:r>
              <a:rPr lang="ru-RU" sz="2000" b="0" i="0" u="none" strike="noStrike" dirty="0">
                <a:solidFill>
                  <a:srgbClr val="333333"/>
                </a:solidFill>
              </a:rPr>
              <a:t>). Может случится </a:t>
            </a:r>
            <a:r>
              <a:rPr lang="ru-RU" sz="2000" b="0" i="0" u="none" strike="noStrike" dirty="0" err="1">
                <a:solidFill>
                  <a:srgbClr val="333333"/>
                </a:solidFill>
              </a:rPr>
              <a:t>краш</a:t>
            </a:r>
            <a:r>
              <a:rPr lang="ru-RU" sz="2000" b="0" i="0" u="none" strike="noStrike" dirty="0">
                <a:solidFill>
                  <a:srgbClr val="333333"/>
                </a:solidFill>
              </a:rPr>
              <a:t> видеодрайвера. </a:t>
            </a:r>
          </a:p>
          <a:p>
            <a:pPr lvl="1"/>
            <a:r>
              <a:rPr lang="ru-RU" sz="2000" b="0" i="0" u="none" strike="noStrike" dirty="0">
                <a:solidFill>
                  <a:srgbClr val="333333"/>
                </a:solidFill>
              </a:rPr>
              <a:t>CORRUPTION: Внутреннее состояние видеодрайвера нарушено, гарантированный </a:t>
            </a:r>
            <a:r>
              <a:rPr lang="ru-RU" sz="2000" b="0" i="0" u="none" strike="noStrike" dirty="0" err="1">
                <a:solidFill>
                  <a:srgbClr val="333333"/>
                </a:solidFill>
              </a:rPr>
              <a:t>краш</a:t>
            </a:r>
            <a:r>
              <a:rPr lang="ru-RU" sz="2000" b="0" i="0" u="none" strike="noStrike" dirty="0">
                <a:solidFill>
                  <a:srgbClr val="333333"/>
                </a:solidFill>
              </a:rPr>
              <a:t>. </a:t>
            </a:r>
            <a:endParaRPr lang="en-US" sz="2000" b="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28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Отладочный слой </a:t>
            </a:r>
            <a:r>
              <a:rPr lang="en-US" dirty="0"/>
              <a:t>DirectX, </a:t>
            </a:r>
            <a:r>
              <a:rPr lang="en-US" dirty="0">
                <a:ea typeface="+mj-lt"/>
                <a:cs typeface="+mj-lt"/>
              </a:rPr>
              <a:t>“</a:t>
            </a:r>
            <a:r>
              <a:rPr lang="ru-RU" dirty="0">
                <a:ea typeface="+mj-lt"/>
                <a:cs typeface="+mj-lt"/>
              </a:rPr>
              <a:t>подвисшие</a:t>
            </a:r>
            <a:r>
              <a:rPr lang="en-US" dirty="0">
                <a:ea typeface="+mj-lt"/>
                <a:cs typeface="+mj-lt"/>
              </a:rPr>
              <a:t>”</a:t>
            </a:r>
            <a:r>
              <a:rPr lang="ru-RU" dirty="0">
                <a:ea typeface="+mj-lt"/>
                <a:cs typeface="+mj-lt"/>
              </a:rPr>
              <a:t> объекты, подробная проверка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ID3D11Debug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pd3dDevice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0" dirty="0" err="1">
                <a:solidFill>
                  <a:srgbClr val="880000"/>
                </a:solidFill>
                <a:latin typeface="Consolas" panose="020B0609020204030204" pitchFamily="49" charset="0"/>
              </a:rPr>
              <a:t>QueryInterface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IID_PPV_ARGS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references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pd3dDevice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0" dirty="0">
                <a:solidFill>
                  <a:srgbClr val="880000"/>
                </a:solidFill>
                <a:latin typeface="Consolas" panose="020B0609020204030204" pitchFamily="49" charset="0"/>
              </a:rPr>
              <a:t>Release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references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&gt; 1 )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ReportLiveDeviceObjects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D3D11_RLDO_DETAIL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0" dirty="0">
                <a:solidFill>
                  <a:srgbClr val="880000"/>
                </a:solidFill>
                <a:latin typeface="Consolas" panose="020B0609020204030204" pitchFamily="49" charset="0"/>
              </a:rPr>
              <a:t>Release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9347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Отладочный слой </a:t>
            </a:r>
            <a:r>
              <a:rPr lang="en-US" dirty="0"/>
              <a:t>DirectX</a:t>
            </a:r>
            <a:r>
              <a:rPr lang="ru-RU" dirty="0"/>
              <a:t>, тонкая настройка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ru-RU" dirty="0">
                <a:ea typeface="+mn-lt"/>
                <a:cs typeface="+mn-lt"/>
              </a:rPr>
              <a:t>Для тонкой настройки (на каких сообщениях вызвать </a:t>
            </a:r>
            <a:r>
              <a:rPr lang="en-US" dirty="0">
                <a:ea typeface="+mn-lt"/>
                <a:cs typeface="+mn-lt"/>
              </a:rPr>
              <a:t>break, </a:t>
            </a:r>
            <a:r>
              <a:rPr lang="ru-RU" dirty="0">
                <a:ea typeface="+mn-lt"/>
                <a:cs typeface="+mn-lt"/>
              </a:rPr>
              <a:t>какие игнорировать, </a:t>
            </a:r>
            <a:r>
              <a:rPr lang="en-US" dirty="0" err="1">
                <a:ea typeface="+mn-lt"/>
                <a:cs typeface="+mn-lt"/>
              </a:rPr>
              <a:t>etc</a:t>
            </a:r>
            <a:r>
              <a:rPr lang="ru-RU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  ID3D11Debug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(pD3DDevice-&gt;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QueryInterface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__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uuidof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ID3D11Debug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), (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**)&amp;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ID3D11InfoQueue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pD3DInfoQueue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QueryInterface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__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uuidof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ID3D11InfoQueue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), (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**)&amp;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pD3DInfoQueue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  ...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pD3DInfoQueue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0" dirty="0">
                <a:solidFill>
                  <a:srgbClr val="880000"/>
                </a:solidFill>
                <a:latin typeface="Consolas" panose="020B0609020204030204" pitchFamily="49" charset="0"/>
              </a:rPr>
              <a:t>Release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pD3DDebug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0" dirty="0">
                <a:solidFill>
                  <a:srgbClr val="880000"/>
                </a:solidFill>
                <a:latin typeface="Consolas" panose="020B0609020204030204" pitchFamily="49" charset="0"/>
              </a:rPr>
              <a:t>Release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272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swap chain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ru-RU" sz="2400" dirty="0">
                <a:solidFill>
                  <a:srgbClr val="333333"/>
                </a:solidFill>
              </a:rPr>
              <a:t>Последовательность текстур, в которые мы выводим наш кадр и которые, одна за другой, выводятся на экран (в клиентскую область окна) – отсюда название, буквально, «обменная цепочка»</a:t>
            </a:r>
          </a:p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В одну текстуру рисуем (</a:t>
            </a:r>
            <a:r>
              <a:rPr lang="en-US" sz="2400" b="1" i="0" u="none" strike="noStrike" dirty="0">
                <a:solidFill>
                  <a:srgbClr val="333333"/>
                </a:solidFill>
              </a:rPr>
              <a:t>back buffer</a:t>
            </a:r>
            <a:r>
              <a:rPr lang="ru-RU" sz="2400" i="0" u="none" strike="noStrike" dirty="0">
                <a:solidFill>
                  <a:srgbClr val="333333"/>
                </a:solidFill>
              </a:rPr>
              <a:t>), другая на экране</a:t>
            </a:r>
            <a:r>
              <a:rPr lang="en-US" sz="2400" i="0" u="none" strike="noStrike" dirty="0">
                <a:solidFill>
                  <a:srgbClr val="333333"/>
                </a:solidFill>
              </a:rPr>
              <a:t> (</a:t>
            </a:r>
            <a:r>
              <a:rPr lang="en-US" sz="2400" b="1" i="0" u="none" strike="noStrike" dirty="0">
                <a:solidFill>
                  <a:srgbClr val="333333"/>
                </a:solidFill>
              </a:rPr>
              <a:t>front buffer</a:t>
            </a:r>
            <a:r>
              <a:rPr lang="en-US" sz="2400" i="0" u="none" strike="noStrike" dirty="0">
                <a:solidFill>
                  <a:srgbClr val="333333"/>
                </a:solidFill>
              </a:rPr>
              <a:t>)</a:t>
            </a:r>
            <a:r>
              <a:rPr lang="ru-RU" sz="2400" i="0" u="none" strike="noStrike" dirty="0">
                <a:solidFill>
                  <a:srgbClr val="333333"/>
                </a:solidFill>
              </a:rPr>
              <a:t> – чтобы пользователь не видел, как строится к</a:t>
            </a:r>
            <a:r>
              <a:rPr lang="ru-RU" sz="2400" dirty="0">
                <a:solidFill>
                  <a:srgbClr val="333333"/>
                </a:solidFill>
              </a:rPr>
              <a:t>адр</a:t>
            </a:r>
          </a:p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Бывает три – чтобы не ждать, пока освободится вторая, если первую уже нарисовали</a:t>
            </a:r>
            <a:endParaRPr lang="en-US" sz="240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52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swap chain</a:t>
            </a:r>
            <a:r>
              <a:rPr lang="ru-RU" dirty="0"/>
              <a:t>, параметры (1/2)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BufferCount</a:t>
            </a:r>
            <a:r>
              <a:rPr lang="en-US" sz="2000" i="0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i="0" u="none" strike="noStrike" dirty="0">
                <a:solidFill>
                  <a:srgbClr val="333333"/>
                </a:solidFill>
              </a:rPr>
              <a:t>- </a:t>
            </a:r>
            <a:r>
              <a:rPr lang="ru-RU" sz="2000" dirty="0">
                <a:solidFill>
                  <a:srgbClr val="333333"/>
                </a:solidFill>
              </a:rPr>
              <a:t>количество текстур в цепочке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Width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i="0" u="none" strike="noStrike" dirty="0">
                <a:solidFill>
                  <a:srgbClr val="333333"/>
                </a:solidFill>
              </a:rPr>
              <a:t>- исходная ширина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Height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333333"/>
                </a:solidFill>
              </a:rPr>
              <a:t>- исходная высота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DXGI_FORMAT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Format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i="0" u="none" strike="noStrike" dirty="0">
                <a:solidFill>
                  <a:srgbClr val="333333"/>
                </a:solidFill>
              </a:rPr>
              <a:t>- формат текстур (варианты </a:t>
            </a:r>
            <a:r>
              <a:rPr lang="en-US" sz="2000" i="0" u="none" strike="noStrike" dirty="0">
                <a:solidFill>
                  <a:srgbClr val="333333"/>
                </a:solidFill>
              </a:rPr>
              <a:t>R8G8B8A8</a:t>
            </a:r>
            <a:r>
              <a:rPr lang="ru-RU" sz="2000" i="0" u="none" strike="noStrike" dirty="0">
                <a:solidFill>
                  <a:srgbClr val="333333"/>
                </a:solidFill>
              </a:rPr>
              <a:t>, если обычный монитор, не </a:t>
            </a:r>
            <a:r>
              <a:rPr lang="en-US" sz="2000" i="0" u="none" strike="noStrike" dirty="0">
                <a:solidFill>
                  <a:srgbClr val="333333"/>
                </a:solidFill>
              </a:rPr>
              <a:t>HDR</a:t>
            </a:r>
            <a:r>
              <a:rPr lang="ru-RU" sz="2000" i="0" u="none" strike="noStrike" dirty="0">
                <a:solidFill>
                  <a:srgbClr val="333333"/>
                </a:solidFill>
              </a:rPr>
              <a:t>)</a:t>
            </a:r>
            <a:endParaRPr lang="en-US" sz="2000" i="0" u="none" strike="noStrike" dirty="0">
              <a:solidFill>
                <a:srgbClr val="333333"/>
              </a:solidFill>
            </a:endParaRP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RefreshRate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Numerator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, </a:t>
            </a:r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RefreshRate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Denominator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333333"/>
                </a:solidFill>
              </a:rPr>
              <a:t>- </a:t>
            </a:r>
            <a:r>
              <a:rPr lang="ru-RU" sz="2000" dirty="0">
                <a:solidFill>
                  <a:srgbClr val="333333"/>
                </a:solidFill>
              </a:rPr>
              <a:t>частота обновления, в герцах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DXGI_MODE_SCANLINE_ORDER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ScanlineOrdering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333333"/>
                </a:solidFill>
              </a:rPr>
              <a:t>- все строки в каждом кадре, или четные/нечетные, чередуясь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DXGI_MODE_SCALING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Scaling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333333"/>
                </a:solidFill>
              </a:rPr>
              <a:t>- масштабирование</a:t>
            </a:r>
          </a:p>
          <a:p>
            <a:pPr marR="0"/>
            <a:endParaRPr lang="en-US" sz="240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71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swap chain</a:t>
            </a:r>
            <a:r>
              <a:rPr lang="ru-RU" dirty="0"/>
              <a:t>, параметры (2/2)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DXGI_USAGE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BufferUsage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i="0" u="none" strike="noStrike" dirty="0">
                <a:solidFill>
                  <a:srgbClr val="333333"/>
                </a:solidFill>
              </a:rPr>
              <a:t>- допустимое использование текстур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HWND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OutputWindow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333333"/>
                </a:solidFill>
              </a:rPr>
              <a:t>- окно для вывода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SampleDesc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Count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, </a:t>
            </a:r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SampleDesc</a:t>
            </a:r>
            <a:r>
              <a:rPr lang="en-US" sz="20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Quality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i="0" u="none" strike="noStrike" dirty="0">
                <a:solidFill>
                  <a:srgbClr val="333333"/>
                </a:solidFill>
              </a:rPr>
              <a:t>- настройки </a:t>
            </a:r>
            <a:r>
              <a:rPr lang="en-US" sz="2000" i="0" u="none" strike="noStrike" dirty="0">
                <a:solidFill>
                  <a:srgbClr val="333333"/>
                </a:solidFill>
              </a:rPr>
              <a:t>MSAA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Windowed </a:t>
            </a:r>
            <a:r>
              <a:rPr lang="en-US" sz="2000" dirty="0">
                <a:solidFill>
                  <a:srgbClr val="333333"/>
                </a:solidFill>
              </a:rPr>
              <a:t>-</a:t>
            </a:r>
            <a:r>
              <a:rPr lang="ru-RU" sz="2000" dirty="0">
                <a:solidFill>
                  <a:srgbClr val="333333"/>
                </a:solidFill>
              </a:rPr>
              <a:t> исходный оконный или полноэкранный режим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DXGI_SWAP_EFFECT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SwapEffect</a:t>
            </a:r>
            <a:r>
              <a:rPr lang="en-US" sz="2000" i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ru-RU" sz="2000" i="0" u="none" strike="noStrike" dirty="0">
                <a:solidFill>
                  <a:srgbClr val="333333"/>
                </a:solidFill>
              </a:rPr>
              <a:t>- алгоритм смены текстур в последовательности</a:t>
            </a:r>
          </a:p>
          <a:p>
            <a:pPr marR="0"/>
            <a:r>
              <a:rPr lang="en-US" sz="2000" i="1" dirty="0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US" sz="20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i="0" dirty="0">
                <a:solidFill>
                  <a:srgbClr val="000080"/>
                </a:solidFill>
                <a:latin typeface="Consolas" panose="020B0609020204030204" pitchFamily="49" charset="0"/>
              </a:rPr>
              <a:t>Flags </a:t>
            </a:r>
            <a:r>
              <a:rPr lang="ru-RU" sz="2000" dirty="0">
                <a:solidFill>
                  <a:srgbClr val="333333"/>
                </a:solidFill>
              </a:rPr>
              <a:t>- разные флаги (аппаратная защита содержимого, оптимизации для видео, </a:t>
            </a:r>
            <a:r>
              <a:rPr lang="en-US" sz="2000" dirty="0" err="1">
                <a:solidFill>
                  <a:srgbClr val="333333"/>
                </a:solidFill>
              </a:rPr>
              <a:t>etc</a:t>
            </a:r>
            <a:r>
              <a:rPr lang="ru-RU" sz="2000" dirty="0">
                <a:solidFill>
                  <a:srgbClr val="333333"/>
                </a:solidFill>
              </a:rPr>
              <a:t>)</a:t>
            </a:r>
            <a:endParaRPr lang="en-US" sz="200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33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Алгоритм смены текстур (1/2)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Возможные значения</a:t>
            </a:r>
          </a:p>
          <a:p>
            <a:pPr lvl="1"/>
            <a:r>
              <a:rPr lang="en-US" sz="2000" i="0" u="none" strike="noStrike" dirty="0">
                <a:solidFill>
                  <a:srgbClr val="333333"/>
                </a:solidFill>
              </a:rPr>
              <a:t>DXGI_SWAP_EF</a:t>
            </a:r>
            <a:r>
              <a:rPr lang="en-US" sz="2000" dirty="0">
                <a:solidFill>
                  <a:srgbClr val="333333"/>
                </a:solidFill>
              </a:rPr>
              <a:t>FECT_SEQUENTIAL</a:t>
            </a:r>
          </a:p>
          <a:p>
            <a:pPr lvl="1"/>
            <a:r>
              <a:rPr lang="en-US" sz="2000" i="0" u="none" strike="noStrike" dirty="0">
                <a:solidFill>
                  <a:srgbClr val="333333"/>
                </a:solidFill>
              </a:rPr>
              <a:t>DXGI_SWAP_EF</a:t>
            </a:r>
            <a:r>
              <a:rPr lang="en-US" sz="2000" dirty="0">
                <a:solidFill>
                  <a:srgbClr val="333333"/>
                </a:solidFill>
              </a:rPr>
              <a:t>FECT_DISCARD</a:t>
            </a:r>
            <a:endParaRPr lang="en-US" sz="2000" i="0" u="none" strike="noStrike" dirty="0">
              <a:solidFill>
                <a:srgbClr val="333333"/>
              </a:solidFill>
            </a:endParaRPr>
          </a:p>
          <a:p>
            <a:pPr lvl="1"/>
            <a:r>
              <a:rPr lang="en-US" sz="2000" i="0" u="none" strike="noStrike" dirty="0">
                <a:solidFill>
                  <a:srgbClr val="333333"/>
                </a:solidFill>
              </a:rPr>
              <a:t>DXGI_SWAP_EF</a:t>
            </a:r>
            <a:r>
              <a:rPr lang="en-US" sz="2000" dirty="0">
                <a:solidFill>
                  <a:srgbClr val="333333"/>
                </a:solidFill>
              </a:rPr>
              <a:t>FECT_FLIP_SEQUENTIAL</a:t>
            </a:r>
            <a:endParaRPr lang="en-US" sz="2000" i="0" u="none" strike="noStrike" dirty="0">
              <a:solidFill>
                <a:srgbClr val="333333"/>
              </a:solidFill>
            </a:endParaRPr>
          </a:p>
          <a:p>
            <a:pPr lvl="1"/>
            <a:r>
              <a:rPr lang="en-US" sz="2000" i="0" u="none" strike="noStrike" dirty="0">
                <a:solidFill>
                  <a:srgbClr val="333333"/>
                </a:solidFill>
              </a:rPr>
              <a:t>DXGI_SWAP_EF</a:t>
            </a:r>
            <a:r>
              <a:rPr lang="en-US" sz="2000" dirty="0">
                <a:solidFill>
                  <a:srgbClr val="333333"/>
                </a:solidFill>
              </a:rPr>
              <a:t>FECT_FLIP_DISCARD</a:t>
            </a:r>
            <a:endParaRPr lang="en-US" sz="2000" i="0" u="none" strike="noStrike" dirty="0">
              <a:solidFill>
                <a:srgbClr val="333333"/>
              </a:solidFill>
            </a:endParaRPr>
          </a:p>
          <a:p>
            <a:r>
              <a:rPr lang="en-US" sz="2400" dirty="0">
                <a:solidFill>
                  <a:srgbClr val="333333"/>
                </a:solidFill>
              </a:rPr>
              <a:t>FLIP </a:t>
            </a:r>
            <a:r>
              <a:rPr lang="ru-RU" sz="2400" dirty="0">
                <a:solidFill>
                  <a:srgbClr val="333333"/>
                </a:solidFill>
              </a:rPr>
              <a:t>или без </a:t>
            </a:r>
            <a:r>
              <a:rPr lang="en-US" sz="2400" dirty="0">
                <a:solidFill>
                  <a:srgbClr val="333333"/>
                </a:solidFill>
              </a:rPr>
              <a:t>FLIP – </a:t>
            </a:r>
            <a:r>
              <a:rPr lang="ru-RU" sz="2400" dirty="0">
                <a:solidFill>
                  <a:srgbClr val="333333"/>
                </a:solidFill>
              </a:rPr>
              <a:t>оконный менеджер копирует текстуру к себе</a:t>
            </a:r>
            <a:r>
              <a:rPr lang="en-US" sz="2400" dirty="0">
                <a:solidFill>
                  <a:srgbClr val="333333"/>
                </a:solidFill>
              </a:rPr>
              <a:t> (</a:t>
            </a:r>
            <a:r>
              <a:rPr lang="ru-RU" sz="2400" dirty="0">
                <a:solidFill>
                  <a:srgbClr val="333333"/>
                </a:solidFill>
              </a:rPr>
              <a:t>без </a:t>
            </a:r>
            <a:r>
              <a:rPr lang="en-US" sz="2400" dirty="0">
                <a:solidFill>
                  <a:srgbClr val="333333"/>
                </a:solidFill>
              </a:rPr>
              <a:t>FLIP)</a:t>
            </a:r>
            <a:r>
              <a:rPr lang="ru-RU" sz="2400" dirty="0">
                <a:solidFill>
                  <a:srgbClr val="333333"/>
                </a:solidFill>
              </a:rPr>
              <a:t> для построения полного изображения на рабочем столе или использует указатель на саму текстуру (</a:t>
            </a:r>
            <a:r>
              <a:rPr lang="en-US" sz="2400" dirty="0">
                <a:solidFill>
                  <a:srgbClr val="333333"/>
                </a:solidFill>
              </a:rPr>
              <a:t>FLIP</a:t>
            </a:r>
            <a:r>
              <a:rPr lang="ru-RU" sz="2400" dirty="0">
                <a:solidFill>
                  <a:srgbClr val="333333"/>
                </a:solidFill>
              </a:rPr>
              <a:t>)</a:t>
            </a:r>
            <a:endParaRPr lang="en-US" sz="2400" dirty="0">
              <a:solidFill>
                <a:srgbClr val="333333"/>
              </a:solidFill>
            </a:endParaRPr>
          </a:p>
          <a:p>
            <a:r>
              <a:rPr lang="en-US" sz="2400" dirty="0">
                <a:solidFill>
                  <a:srgbClr val="333333"/>
                </a:solidFill>
              </a:rPr>
              <a:t>SEQUENTIAL – </a:t>
            </a:r>
            <a:r>
              <a:rPr lang="ru-RU" sz="2400" dirty="0">
                <a:solidFill>
                  <a:srgbClr val="333333"/>
                </a:solidFill>
              </a:rPr>
              <a:t>гарантирует сохранность содержимого текстуры</a:t>
            </a:r>
          </a:p>
          <a:p>
            <a:r>
              <a:rPr lang="en-US" sz="2400" dirty="0">
                <a:solidFill>
                  <a:srgbClr val="333333"/>
                </a:solidFill>
              </a:rPr>
              <a:t>DISCARD – </a:t>
            </a:r>
            <a:r>
              <a:rPr lang="ru-RU" sz="2400" dirty="0">
                <a:solidFill>
                  <a:srgbClr val="333333"/>
                </a:solidFill>
              </a:rPr>
              <a:t>не гарантирует</a:t>
            </a:r>
            <a:endParaRPr lang="en-US" sz="240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45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Алгоритм смены текстур (2/2)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2400" i="0" u="none" strike="noStrike" dirty="0">
                <a:solidFill>
                  <a:srgbClr val="333333"/>
                </a:solidFill>
              </a:rPr>
              <a:t>DXGI_SWAP_EF</a:t>
            </a:r>
            <a:r>
              <a:rPr lang="en-US" sz="2400" dirty="0">
                <a:solidFill>
                  <a:srgbClr val="333333"/>
                </a:solidFill>
              </a:rPr>
              <a:t>FECT_FLIP_DISCARD</a:t>
            </a:r>
            <a:endParaRPr lang="ru-RU" sz="2400" dirty="0">
              <a:solidFill>
                <a:srgbClr val="333333"/>
              </a:solidFill>
            </a:endParaRPr>
          </a:p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Если выводим окно без </a:t>
            </a:r>
            <a:r>
              <a:rPr lang="ru-RU" sz="2400" dirty="0">
                <a:solidFill>
                  <a:srgbClr val="333333"/>
                </a:solidFill>
              </a:rPr>
              <a:t>рамок на весь экран, позволяет нарисовать на нем окна других приложений</a:t>
            </a:r>
          </a:p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По производительности – то же самое, что </a:t>
            </a:r>
            <a:r>
              <a:rPr lang="ru-RU" sz="2400" dirty="0">
                <a:solidFill>
                  <a:srgbClr val="333333"/>
                </a:solidFill>
              </a:rPr>
              <a:t>полноэкранный режим, но удобнее</a:t>
            </a: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Современная тенденция – использовать </a:t>
            </a:r>
            <a:r>
              <a:rPr lang="en-US" sz="2400" dirty="0">
                <a:solidFill>
                  <a:srgbClr val="333333"/>
                </a:solidFill>
              </a:rPr>
              <a:t>borderless window </a:t>
            </a:r>
            <a:r>
              <a:rPr lang="ru-RU" sz="2400" dirty="0">
                <a:solidFill>
                  <a:srgbClr val="333333"/>
                </a:solidFill>
              </a:rPr>
              <a:t>и масштабирование графики (</a:t>
            </a:r>
            <a:r>
              <a:rPr lang="en-US" sz="2400" dirty="0">
                <a:solidFill>
                  <a:srgbClr val="333333"/>
                </a:solidFill>
              </a:rPr>
              <a:t>render scale</a:t>
            </a:r>
            <a:r>
              <a:rPr lang="ru-RU" sz="2400" dirty="0">
                <a:solidFill>
                  <a:srgbClr val="333333"/>
                </a:solidFill>
              </a:rPr>
              <a:t>), а не режимы с пониженным разрешением</a:t>
            </a: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Игровой интерфейс в естественном (</a:t>
            </a:r>
            <a:r>
              <a:rPr lang="en-US" sz="2400" dirty="0">
                <a:solidFill>
                  <a:srgbClr val="333333"/>
                </a:solidFill>
              </a:rPr>
              <a:t>native</a:t>
            </a:r>
            <a:r>
              <a:rPr lang="ru-RU" sz="2400" dirty="0">
                <a:solidFill>
                  <a:srgbClr val="333333"/>
                </a:solidFill>
              </a:rPr>
              <a:t>)</a:t>
            </a:r>
            <a:r>
              <a:rPr lang="en-US" sz="2400" dirty="0">
                <a:solidFill>
                  <a:srgbClr val="333333"/>
                </a:solidFill>
              </a:rPr>
              <a:t> </a:t>
            </a:r>
            <a:r>
              <a:rPr lang="ru-RU" sz="2400" dirty="0">
                <a:solidFill>
                  <a:srgbClr val="333333"/>
                </a:solidFill>
              </a:rPr>
              <a:t>разрешении</a:t>
            </a:r>
            <a:endParaRPr lang="en-US" sz="240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73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swap chain</a:t>
            </a:r>
            <a:r>
              <a:rPr lang="ru-RU" dirty="0"/>
              <a:t>, код (1/2)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Create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swapchain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DXGI_SWAP_CHAIN_DESC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{ 0 };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BufferCount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Width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m_width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i="0" dirty="0">
                <a:solidFill>
                  <a:srgbClr val="008000"/>
                </a:solidFill>
                <a:latin typeface="Consolas" panose="020B0609020204030204" pitchFamily="49" charset="0"/>
              </a:rPr>
              <a:t>// 16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Height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m_height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 i="0" dirty="0">
                <a:solidFill>
                  <a:srgbClr val="008000"/>
                </a:solidFill>
                <a:latin typeface="Consolas" panose="020B0609020204030204" pitchFamily="49" charset="0"/>
              </a:rPr>
              <a:t>// 16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Format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DXGI_FORMAT_R8G8B8A8_UNORM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RefreshRate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Numerator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RefreshRate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Denominator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ScanlineOrdering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DXGI_MODE_SCANLINE_ORDER_UNSPECIFIED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Scaling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DXGI_MODE_SCALING_UNSPECIFIED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477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swap chain</a:t>
            </a:r>
            <a:r>
              <a:rPr lang="ru-RU" dirty="0"/>
              <a:t>, код (2/2)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ru-RU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BufferUsage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DXGI_USAGE_RENDER_TARGET_OUTPUT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OutputWindow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hWnd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SampleDesc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Count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SampleDesc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Quality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Windowed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SwapEffect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2F4F4F"/>
                </a:solidFill>
                <a:latin typeface="Consolas" panose="020B0609020204030204" pitchFamily="49" charset="0"/>
              </a:rPr>
              <a:t>DXGI_SWAP_EFFECT_FLIP_DISCARD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i="1" dirty="0" err="1">
                <a:solidFill>
                  <a:srgbClr val="000080"/>
                </a:solidFill>
                <a:latin typeface="Consolas" panose="020B0609020204030204" pitchFamily="49" charset="0"/>
              </a:rPr>
              <a:t>Flags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endParaRPr lang="ru-RU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pFactory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CreateSwapChain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m_pDevice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swapChainDesc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m_pSwapChain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assert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958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Работа с текстурами</a:t>
            </a:r>
            <a:r>
              <a:rPr lang="en-US" dirty="0"/>
              <a:t> swap chain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R="0"/>
            <a:r>
              <a:rPr lang="ru-RU" sz="2400" dirty="0">
                <a:solidFill>
                  <a:srgbClr val="333333"/>
                </a:solidFill>
              </a:rPr>
              <a:t>Текстур несколько</a:t>
            </a:r>
          </a:p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Объект, который их предс</a:t>
            </a:r>
            <a:r>
              <a:rPr lang="ru-RU" sz="2400" dirty="0">
                <a:solidFill>
                  <a:srgbClr val="333333"/>
                </a:solidFill>
              </a:rPr>
              <a:t>тавляет только один (в </a:t>
            </a:r>
            <a:r>
              <a:rPr lang="en-US" sz="2400" dirty="0">
                <a:solidFill>
                  <a:srgbClr val="333333"/>
                </a:solidFill>
              </a:rPr>
              <a:t>DirectX 11</a:t>
            </a:r>
            <a:r>
              <a:rPr lang="ru-RU" sz="2400" dirty="0">
                <a:solidFill>
                  <a:srgbClr val="333333"/>
                </a:solidFill>
              </a:rPr>
              <a:t>)</a:t>
            </a:r>
            <a:endParaRPr lang="en-US" sz="2400" dirty="0">
              <a:solidFill>
                <a:srgbClr val="333333"/>
              </a:solidFill>
            </a:endParaRP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Нужно запросить его у </a:t>
            </a:r>
            <a:r>
              <a:rPr lang="en-US" sz="2400" dirty="0">
                <a:solidFill>
                  <a:srgbClr val="333333"/>
                </a:solidFill>
              </a:rPr>
              <a:t>swap chain</a:t>
            </a:r>
          </a:p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Нужно создать для него </a:t>
            </a:r>
            <a:r>
              <a:rPr lang="en-US" sz="2400" i="0" u="none" strike="noStrike" dirty="0">
                <a:solidFill>
                  <a:srgbClr val="333333"/>
                </a:solidFill>
              </a:rPr>
              <a:t>render target view (</a:t>
            </a:r>
            <a:r>
              <a:rPr lang="ru-RU" sz="2400" i="0" u="none" strike="noStrike" dirty="0">
                <a:solidFill>
                  <a:srgbClr val="333333"/>
                </a:solidFill>
              </a:rPr>
              <a:t>чтобы можно было что-то туда выводить</a:t>
            </a:r>
            <a:r>
              <a:rPr lang="en-US" sz="2400" i="0" u="none" strike="noStrike" dirty="0">
                <a:solidFill>
                  <a:srgbClr val="333333"/>
                </a:solidFill>
              </a:rPr>
              <a:t>)</a:t>
            </a:r>
            <a:endParaRPr lang="ru-RU" sz="2400" i="0" u="none" strike="noStrike" dirty="0">
              <a:solidFill>
                <a:srgbClr val="333333"/>
              </a:solidFill>
            </a:endParaRP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Подробнее разберем понятие </a:t>
            </a:r>
            <a:r>
              <a:rPr lang="en-US" sz="2400" dirty="0">
                <a:solidFill>
                  <a:srgbClr val="333333"/>
                </a:solidFill>
              </a:rPr>
              <a:t>view </a:t>
            </a:r>
            <a:r>
              <a:rPr lang="ru-RU" sz="2400" dirty="0">
                <a:solidFill>
                  <a:srgbClr val="333333"/>
                </a:solidFill>
              </a:rPr>
              <a:t>для ресурсов, в частности </a:t>
            </a:r>
            <a:r>
              <a:rPr lang="en-US" sz="2400" dirty="0">
                <a:solidFill>
                  <a:srgbClr val="333333"/>
                </a:solidFill>
              </a:rPr>
              <a:t>render target view</a:t>
            </a:r>
            <a:r>
              <a:rPr lang="ru-RU" sz="2400" dirty="0">
                <a:solidFill>
                  <a:srgbClr val="333333"/>
                </a:solidFill>
              </a:rPr>
              <a:t>, в будущих лекциях</a:t>
            </a:r>
          </a:p>
          <a:p>
            <a:pPr marR="0"/>
            <a:r>
              <a:rPr lang="ru-RU" sz="2400" i="0" u="none" strike="noStrike" dirty="0">
                <a:solidFill>
                  <a:srgbClr val="333333"/>
                </a:solidFill>
              </a:rPr>
              <a:t>Запрос текстуры у </a:t>
            </a:r>
            <a:r>
              <a:rPr lang="en-US" sz="2400" i="0" u="none" strike="noStrike" dirty="0">
                <a:solidFill>
                  <a:srgbClr val="333333"/>
                </a:solidFill>
              </a:rPr>
              <a:t>swap chain </a:t>
            </a:r>
            <a:r>
              <a:rPr lang="ru-RU" sz="2400" i="0" u="none" strike="noStrike" dirty="0">
                <a:solidFill>
                  <a:srgbClr val="333333"/>
                </a:solidFill>
              </a:rPr>
              <a:t>и создание </a:t>
            </a:r>
            <a:r>
              <a:rPr lang="en-US" sz="2400" i="0" u="none" strike="noStrike" dirty="0">
                <a:solidFill>
                  <a:srgbClr val="333333"/>
                </a:solidFill>
              </a:rPr>
              <a:t>view </a:t>
            </a:r>
            <a:r>
              <a:rPr lang="ru-RU" sz="2400" i="0" u="none" strike="noStrike" dirty="0">
                <a:solidFill>
                  <a:srgbClr val="333333"/>
                </a:solidFill>
              </a:rPr>
              <a:t>увеличивает количество ссылок на этот объект!</a:t>
            </a: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Можно изменить размер, если вызвать </a:t>
            </a:r>
            <a:r>
              <a:rPr lang="en-US" sz="2400" dirty="0" err="1">
                <a:solidFill>
                  <a:srgbClr val="333333"/>
                </a:solidFill>
              </a:rPr>
              <a:t>IDXGISwapChain</a:t>
            </a:r>
            <a:r>
              <a:rPr lang="en-US" sz="2400" dirty="0">
                <a:solidFill>
                  <a:srgbClr val="333333"/>
                </a:solidFill>
              </a:rPr>
              <a:t>::</a:t>
            </a:r>
            <a:r>
              <a:rPr lang="en-US" sz="2400" dirty="0" err="1">
                <a:solidFill>
                  <a:srgbClr val="333333"/>
                </a:solidFill>
              </a:rPr>
              <a:t>ResizeBuffers</a:t>
            </a:r>
            <a:endParaRPr lang="en-US" sz="2400" i="0" u="none" strike="noStrike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46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Работа с текстурами</a:t>
            </a:r>
            <a:r>
              <a:rPr lang="en-US" dirty="0"/>
              <a:t> swap chain</a:t>
            </a:r>
            <a:r>
              <a:rPr lang="ru-RU" dirty="0"/>
              <a:t>, код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ID3D11Texture2D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pBackBuffer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NULL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HRESULT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m_pSwapChain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GetBuffer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(0,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__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uuidof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ID3D11Texture2D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), (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LPVOID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*)&amp;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pBackBuffer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assert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m_pDevice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CreateRenderTargetView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pBackBuffer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m_pBackBufferRTV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assert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i="0" dirty="0">
                <a:solidFill>
                  <a:srgbClr val="A000A0"/>
                </a:solidFill>
                <a:latin typeface="Consolas" panose="020B0609020204030204" pitchFamily="49" charset="0"/>
              </a:rPr>
              <a:t>SAFE_RELEASE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pBackBuffer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ru-RU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912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Отрисовка кадра, код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000080"/>
                </a:solidFill>
                <a:latin typeface="Consolas" panose="020B0609020204030204" pitchFamily="49" charset="0"/>
              </a:rPr>
              <a:t>m_pDeviceContext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ClearState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ru-RU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ID3D11RenderTargetView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views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[] = {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m_pBackBufferRTV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m_pDeviceContext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OMSetRenderTargets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(1,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views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ru-RU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BackColor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[4] = { 0.25f, 0.25f, 0.25f, 1.0f };</a:t>
            </a:r>
          </a:p>
          <a:p>
            <a:pPr marL="0" indent="0">
              <a:buNone/>
            </a:pP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m_pDeviceContext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 err="1">
                <a:solidFill>
                  <a:srgbClr val="880000"/>
                </a:solidFill>
                <a:latin typeface="Consolas" panose="020B0609020204030204" pitchFamily="49" charset="0"/>
              </a:rPr>
              <a:t>ClearRenderTargetView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m_pBackBufferRTV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BackColor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ru-RU" sz="1800" i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HRESULT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m_pSwapChain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i="1" dirty="0">
                <a:solidFill>
                  <a:srgbClr val="880000"/>
                </a:solidFill>
                <a:latin typeface="Consolas" panose="020B0609020204030204" pitchFamily="49" charset="0"/>
              </a:rPr>
              <a:t>Present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(0, 0);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assert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1" dirty="0">
                <a:solidFill>
                  <a:srgbClr val="A000A0"/>
                </a:solidFill>
                <a:latin typeface="Consolas" panose="020B0609020204030204" pitchFamily="49" charset="0"/>
              </a:rPr>
              <a:t>SUCCEEDED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i="0" dirty="0">
                <a:solidFill>
                  <a:srgbClr val="000080"/>
                </a:solidFill>
                <a:latin typeface="Consolas" panose="020B0609020204030204" pitchFamily="49" charset="0"/>
              </a:rPr>
              <a:t>result</a:t>
            </a:r>
            <a:r>
              <a:rPr lang="en-US" sz="1800" i="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568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ru-RU" sz="2400" b="0" i="0" u="none" strike="noStrike" baseline="0">
                <a:solidFill>
                  <a:srgbClr val="333333"/>
                </a:solidFill>
              </a:rPr>
              <a:t>Оконные </a:t>
            </a:r>
            <a:r>
              <a:rPr lang="ru-RU" sz="2400" b="0" i="0" u="none" strike="noStrike" baseline="0" dirty="0">
                <a:solidFill>
                  <a:srgbClr val="333333"/>
                </a:solidFill>
              </a:rPr>
              <a:t>графические приложения требуют особенного цикла обработки сообщений от операционной системы</a:t>
            </a: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Для самой простой работы с </a:t>
            </a:r>
            <a:r>
              <a:rPr lang="en-US" sz="2400" dirty="0">
                <a:solidFill>
                  <a:srgbClr val="333333"/>
                </a:solidFill>
              </a:rPr>
              <a:t>GPU </a:t>
            </a:r>
            <a:r>
              <a:rPr lang="ru-RU" sz="2400" dirty="0">
                <a:solidFill>
                  <a:srgbClr val="333333"/>
                </a:solidFill>
              </a:rPr>
              <a:t>через </a:t>
            </a:r>
            <a:r>
              <a:rPr lang="en-US" sz="2400" dirty="0">
                <a:solidFill>
                  <a:srgbClr val="333333"/>
                </a:solidFill>
              </a:rPr>
              <a:t>DirectX 11 </a:t>
            </a:r>
            <a:r>
              <a:rPr lang="ru-RU" sz="2400" dirty="0">
                <a:solidFill>
                  <a:srgbClr val="333333"/>
                </a:solidFill>
              </a:rPr>
              <a:t>нам нужно создать </a:t>
            </a:r>
            <a:r>
              <a:rPr lang="en-US" sz="2400" dirty="0">
                <a:solidFill>
                  <a:srgbClr val="333333"/>
                </a:solidFill>
              </a:rPr>
              <a:t>ID3D11Device, ID11DeviceContext </a:t>
            </a:r>
            <a:r>
              <a:rPr lang="ru-RU" sz="2400" dirty="0">
                <a:solidFill>
                  <a:srgbClr val="333333"/>
                </a:solidFill>
              </a:rPr>
              <a:t>и </a:t>
            </a:r>
            <a:r>
              <a:rPr lang="en-US" sz="2400" dirty="0" err="1">
                <a:solidFill>
                  <a:srgbClr val="333333"/>
                </a:solidFill>
              </a:rPr>
              <a:t>IDXGISwapChain</a:t>
            </a:r>
            <a:endParaRPr lang="en-US" sz="2400" dirty="0">
              <a:solidFill>
                <a:srgbClr val="333333"/>
              </a:solidFill>
            </a:endParaRP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Очень важно контролировать свою работу через проверку возвращаемых значений и использование отладочного слоя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1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Задание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ru-RU" sz="2400" dirty="0">
                <a:solidFill>
                  <a:srgbClr val="333333"/>
                </a:solidFill>
              </a:rPr>
              <a:t>Создать оконное графическое приложение</a:t>
            </a:r>
          </a:p>
          <a:p>
            <a:pPr lvl="1"/>
            <a:r>
              <a:rPr lang="ru-RU" sz="2000" b="0" i="0" u="none" strike="noStrike" baseline="0" dirty="0">
                <a:solidFill>
                  <a:srgbClr val="333333"/>
                </a:solidFill>
              </a:rPr>
              <a:t>Проинициализировать </a:t>
            </a:r>
            <a:r>
              <a:rPr lang="en-US" sz="2000" b="0" i="0" u="none" strike="noStrike" baseline="0" dirty="0">
                <a:solidFill>
                  <a:srgbClr val="333333"/>
                </a:solidFill>
              </a:rPr>
              <a:t>DirectX</a:t>
            </a:r>
          </a:p>
          <a:p>
            <a:pPr lvl="1"/>
            <a:r>
              <a:rPr lang="ru-RU" sz="2000" b="0" i="0" u="none" strike="noStrike" baseline="0" dirty="0">
                <a:solidFill>
                  <a:srgbClr val="333333"/>
                </a:solidFill>
              </a:rPr>
              <a:t>Заливать всё фиксированным цветом на каждом кадре</a:t>
            </a:r>
          </a:p>
          <a:p>
            <a:pPr lvl="1"/>
            <a:r>
              <a:rPr lang="ru-RU" sz="2000" dirty="0">
                <a:solidFill>
                  <a:srgbClr val="333333"/>
                </a:solidFill>
              </a:rPr>
              <a:t>Поддержать изменение размера окна (поменять размер текстуры в </a:t>
            </a:r>
            <a:r>
              <a:rPr lang="en-US" sz="2000" dirty="0">
                <a:solidFill>
                  <a:srgbClr val="333333"/>
                </a:solidFill>
              </a:rPr>
              <a:t>swap chain</a:t>
            </a:r>
            <a:r>
              <a:rPr lang="ru-RU" sz="2000" dirty="0">
                <a:solidFill>
                  <a:srgbClr val="333333"/>
                </a:solidFill>
              </a:rPr>
              <a:t>, если пришло сообщение </a:t>
            </a:r>
            <a:r>
              <a:rPr lang="en-US" sz="2000" dirty="0">
                <a:solidFill>
                  <a:srgbClr val="333333"/>
                </a:solidFill>
              </a:rPr>
              <a:t>WM_SIZE</a:t>
            </a:r>
            <a:r>
              <a:rPr lang="ru-RU" sz="2000" dirty="0">
                <a:solidFill>
                  <a:srgbClr val="333333"/>
                </a:solidFill>
              </a:rPr>
              <a:t>)</a:t>
            </a:r>
            <a:endParaRPr lang="en-US" sz="2000" b="0" i="0" u="none" strike="noStrike" baseline="0" dirty="0">
              <a:solidFill>
                <a:srgbClr val="33333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4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Ссылки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  <a:hlinkClick r:id="rId3"/>
              </a:rPr>
              <a:t>Error handling in COM</a:t>
            </a:r>
            <a:endParaRPr lang="ru-RU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38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16139</TotalTime>
  <Words>2337</Words>
  <Application>Microsoft Office PowerPoint</Application>
  <PresentationFormat>Widescreen</PresentationFormat>
  <Paragraphs>329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office theme</vt:lpstr>
      <vt:lpstr>Глава 2. Инициализация</vt:lpstr>
      <vt:lpstr>Цикл обработки сообщений</vt:lpstr>
      <vt:lpstr>Стандартный цикл</vt:lpstr>
      <vt:lpstr>Цикл графического приложения</vt:lpstr>
      <vt:lpstr>Клиентская область окна</vt:lpstr>
      <vt:lpstr>Пересчет размера окна</vt:lpstr>
      <vt:lpstr>Инициализация DirectX 11, минимально необходимы</vt:lpstr>
      <vt:lpstr>DirectX Graphics Infrastructure (DXGI)</vt:lpstr>
      <vt:lpstr>Проверка возвращаемых значений</vt:lpstr>
      <vt:lpstr>Выбор GPU</vt:lpstr>
      <vt:lpstr>Выбор GPU, код (1/2)</vt:lpstr>
      <vt:lpstr>Выбор GPU, код (2/2)</vt:lpstr>
      <vt:lpstr>Инициализация DirectX</vt:lpstr>
      <vt:lpstr>D3D11CreateDevice, параметры</vt:lpstr>
      <vt:lpstr>Инициализация DirectX, код</vt:lpstr>
      <vt:lpstr>Отладочный слой DirectX</vt:lpstr>
      <vt:lpstr>Отладочный слой DirectX, установка</vt:lpstr>
      <vt:lpstr>Отладочный слой DirectX, уровни</vt:lpstr>
      <vt:lpstr>Отладочный слой DirectX, “подвисшие” объекты, подробная проверка</vt:lpstr>
      <vt:lpstr>Отладочный слой DirectX, тонкая настройка</vt:lpstr>
      <vt:lpstr>Создание swap chain</vt:lpstr>
      <vt:lpstr>Создание swap chain, параметры (1/2)</vt:lpstr>
      <vt:lpstr>Создание swap chain, параметры (2/2)</vt:lpstr>
      <vt:lpstr>Алгоритм смены текстур (1/2)</vt:lpstr>
      <vt:lpstr>Алгоритм смены текстур (2/2)</vt:lpstr>
      <vt:lpstr>Создание swap chain, код (1/2)</vt:lpstr>
      <vt:lpstr>Создание swap chain, код (2/2)</vt:lpstr>
      <vt:lpstr>Работа с текстурами swap chain</vt:lpstr>
      <vt:lpstr>Работа с текстурами swap chain, код</vt:lpstr>
      <vt:lpstr>Отрисовка кадра, код</vt:lpstr>
      <vt:lpstr>Итоги</vt:lpstr>
      <vt:lpstr>Задание</vt:lpstr>
      <vt:lpstr>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Глава 1. Диагностика и устранение проблем</dc:title>
  <dc:creator/>
  <cp:lastModifiedBy>Anton Vasilyev</cp:lastModifiedBy>
  <cp:revision>169</cp:revision>
  <dcterms:created xsi:type="dcterms:W3CDTF">2020-11-03T09:20:39Z</dcterms:created>
  <dcterms:modified xsi:type="dcterms:W3CDTF">2025-02-02T11:31:54Z</dcterms:modified>
</cp:coreProperties>
</file>