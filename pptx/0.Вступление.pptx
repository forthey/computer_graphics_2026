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"/>
  </p:notesMasterIdLst>
  <p:sldIdLst>
    <p:sldId id="256" r:id="rId2"/>
    <p:sldId id="305" r:id="rId3"/>
    <p:sldId id="310" r:id="rId4"/>
    <p:sldId id="311" r:id="rId5"/>
    <p:sldId id="312" r:id="rId6"/>
    <p:sldId id="313" r:id="rId7"/>
    <p:sldId id="31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7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Vasilyev" userId="c9a2c3308cbc88f4" providerId="LiveId" clId="{C5F61C8A-6FA7-4D0A-8CBE-BB6B6DE1D4BF}"/>
    <pc:docChg chg="modSld">
      <pc:chgData name="Anton Vasilyev" userId="c9a2c3308cbc88f4" providerId="LiveId" clId="{C5F61C8A-6FA7-4D0A-8CBE-BB6B6DE1D4BF}" dt="2023-02-05T19:56:00.600" v="5"/>
      <pc:docMkLst>
        <pc:docMk/>
      </pc:docMkLst>
      <pc:sldChg chg="modAnim">
        <pc:chgData name="Anton Vasilyev" userId="c9a2c3308cbc88f4" providerId="LiveId" clId="{C5F61C8A-6FA7-4D0A-8CBE-BB6B6DE1D4BF}" dt="2023-02-05T19:55:16.777" v="0"/>
        <pc:sldMkLst>
          <pc:docMk/>
          <pc:sldMk cId="2534972340" sldId="305"/>
        </pc:sldMkLst>
      </pc:sldChg>
      <pc:sldChg chg="modAnim">
        <pc:chgData name="Anton Vasilyev" userId="c9a2c3308cbc88f4" providerId="LiveId" clId="{C5F61C8A-6FA7-4D0A-8CBE-BB6B6DE1D4BF}" dt="2023-02-05T19:55:36.640" v="1"/>
        <pc:sldMkLst>
          <pc:docMk/>
          <pc:sldMk cId="3967412987" sldId="310"/>
        </pc:sldMkLst>
      </pc:sldChg>
      <pc:sldChg chg="modAnim">
        <pc:chgData name="Anton Vasilyev" userId="c9a2c3308cbc88f4" providerId="LiveId" clId="{C5F61C8A-6FA7-4D0A-8CBE-BB6B6DE1D4BF}" dt="2023-02-05T19:55:43.960" v="2"/>
        <pc:sldMkLst>
          <pc:docMk/>
          <pc:sldMk cId="3623192775" sldId="311"/>
        </pc:sldMkLst>
      </pc:sldChg>
      <pc:sldChg chg="modAnim">
        <pc:chgData name="Anton Vasilyev" userId="c9a2c3308cbc88f4" providerId="LiveId" clId="{C5F61C8A-6FA7-4D0A-8CBE-BB6B6DE1D4BF}" dt="2023-02-05T19:55:49.120" v="3"/>
        <pc:sldMkLst>
          <pc:docMk/>
          <pc:sldMk cId="2561258511" sldId="312"/>
        </pc:sldMkLst>
      </pc:sldChg>
      <pc:sldChg chg="modAnim">
        <pc:chgData name="Anton Vasilyev" userId="c9a2c3308cbc88f4" providerId="LiveId" clId="{C5F61C8A-6FA7-4D0A-8CBE-BB6B6DE1D4BF}" dt="2023-02-05T19:55:55.824" v="4"/>
        <pc:sldMkLst>
          <pc:docMk/>
          <pc:sldMk cId="2499116056" sldId="313"/>
        </pc:sldMkLst>
      </pc:sldChg>
      <pc:sldChg chg="modAnim">
        <pc:chgData name="Anton Vasilyev" userId="c9a2c3308cbc88f4" providerId="LiveId" clId="{C5F61C8A-6FA7-4D0A-8CBE-BB6B6DE1D4BF}" dt="2023-02-05T19:56:00.600" v="5"/>
        <pc:sldMkLst>
          <pc:docMk/>
          <pc:sldMk cId="2199729669" sldId="314"/>
        </pc:sldMkLst>
      </pc:sldChg>
    </pc:docChg>
  </pc:docChgLst>
  <pc:docChgLst>
    <pc:chgData name="Anton Vasilyev" userId="c9a2c3308cbc88f4" providerId="LiveId" clId="{96D1D3A8-06F1-4B44-B272-32146066F3EE}"/>
    <pc:docChg chg="modSld">
      <pc:chgData name="Anton Vasilyev" userId="c9a2c3308cbc88f4" providerId="LiveId" clId="{96D1D3A8-06F1-4B44-B272-32146066F3EE}" dt="2024-02-06T10:05:21.949" v="99" actId="20577"/>
      <pc:docMkLst>
        <pc:docMk/>
      </pc:docMkLst>
      <pc:sldChg chg="modSp modAnim">
        <pc:chgData name="Anton Vasilyev" userId="c9a2c3308cbc88f4" providerId="LiveId" clId="{96D1D3A8-06F1-4B44-B272-32146066F3EE}" dt="2024-02-06T10:05:21.949" v="99" actId="20577"/>
        <pc:sldMkLst>
          <pc:docMk/>
          <pc:sldMk cId="3967412987" sldId="310"/>
        </pc:sldMkLst>
      </pc:sldChg>
    </pc:docChg>
  </pc:docChgLst>
  <pc:docChgLst>
    <pc:chgData name="Anton Vasilyev" userId="c9a2c3308cbc88f4" providerId="LiveId" clId="{FEDA38EF-B630-40AE-B29A-67B8CA41D4F2}"/>
    <pc:docChg chg="custSel delSld modSld">
      <pc:chgData name="Anton Vasilyev" userId="c9a2c3308cbc88f4" providerId="LiveId" clId="{FEDA38EF-B630-40AE-B29A-67B8CA41D4F2}" dt="2023-02-04T16:42:12.035" v="364" actId="20577"/>
      <pc:docMkLst>
        <pc:docMk/>
      </pc:docMkLst>
      <pc:sldChg chg="modSp mod">
        <pc:chgData name="Anton Vasilyev" userId="c9a2c3308cbc88f4" providerId="LiveId" clId="{FEDA38EF-B630-40AE-B29A-67B8CA41D4F2}" dt="2023-02-04T16:40:21.139" v="10" actId="20577"/>
        <pc:sldMkLst>
          <pc:docMk/>
          <pc:sldMk cId="109857222" sldId="256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945272560" sldId="269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672457300" sldId="27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028285975" sldId="27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009522904" sldId="273"/>
        </pc:sldMkLst>
      </pc:sldChg>
      <pc:sldChg chg="modSp mod">
        <pc:chgData name="Anton Vasilyev" userId="c9a2c3308cbc88f4" providerId="LiveId" clId="{FEDA38EF-B630-40AE-B29A-67B8CA41D4F2}" dt="2023-02-04T16:42:12.035" v="364" actId="20577"/>
        <pc:sldMkLst>
          <pc:docMk/>
          <pc:sldMk cId="3234011780" sldId="303"/>
        </pc:sldMkLst>
      </pc:sldChg>
      <pc:sldChg chg="del">
        <pc:chgData name="Anton Vasilyev" userId="c9a2c3308cbc88f4" providerId="LiveId" clId="{FEDA38EF-B630-40AE-B29A-67B8CA41D4F2}" dt="2023-02-04T16:39:39.628" v="0" actId="2696"/>
        <pc:sldMkLst>
          <pc:docMk/>
          <pc:sldMk cId="621353742" sldId="30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183563235" sldId="310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047985178" sldId="31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677533097" sldId="31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955119190" sldId="313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677972372" sldId="31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740205360" sldId="315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110677521" sldId="316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919062890" sldId="317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196236977" sldId="318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919403923" sldId="319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080387400" sldId="320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1201633" sldId="32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984271710" sldId="32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373405479" sldId="323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310179085" sldId="32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422144707" sldId="325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770868458" sldId="326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519347594" sldId="327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704717991" sldId="328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113330323" sldId="329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515457032" sldId="330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4189737549" sldId="33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166477713" sldId="33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464958213" sldId="333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722468750" sldId="33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010912533" sldId="335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555568497" sldId="336"/>
        </pc:sldMkLst>
      </pc:sldChg>
      <pc:sldChg chg="del">
        <pc:chgData name="Anton Vasilyev" userId="c9a2c3308cbc88f4" providerId="LiveId" clId="{FEDA38EF-B630-40AE-B29A-67B8CA41D4F2}" dt="2023-02-04T16:40:12.792" v="3" actId="2696"/>
        <pc:sldMkLst>
          <pc:docMk/>
          <pc:sldMk cId="1765748564" sldId="337"/>
        </pc:sldMkLst>
      </pc:sldChg>
    </pc:docChg>
  </pc:docChgLst>
  <pc:docChgLst>
    <pc:chgData name="Anton Vasilyev" userId="c9a2c3308cbc88f4" providerId="LiveId" clId="{0AAF64E0-E02F-493A-9281-35C2AB51373B}"/>
    <pc:docChg chg="custSel modSld">
      <pc:chgData name="Anton Vasilyev" userId="c9a2c3308cbc88f4" providerId="LiveId" clId="{0AAF64E0-E02F-493A-9281-35C2AB51373B}" dt="2026-02-04T22:06:05.935" v="130" actId="20577"/>
      <pc:docMkLst>
        <pc:docMk/>
      </pc:docMkLst>
      <pc:sldChg chg="modSp mod modAnim">
        <pc:chgData name="Anton Vasilyev" userId="c9a2c3308cbc88f4" providerId="LiveId" clId="{0AAF64E0-E02F-493A-9281-35C2AB51373B}" dt="2026-02-04T22:06:05.935" v="130" actId="20577"/>
        <pc:sldMkLst>
          <pc:docMk/>
          <pc:sldMk cId="3967412987" sldId="310"/>
        </pc:sldMkLst>
        <pc:spChg chg="mod">
          <ac:chgData name="Anton Vasilyev" userId="c9a2c3308cbc88f4" providerId="LiveId" clId="{0AAF64E0-E02F-493A-9281-35C2AB51373B}" dt="2026-02-04T22:06:05.935" v="130" actId="20577"/>
          <ac:spMkLst>
            <pc:docMk/>
            <pc:sldMk cId="3967412987" sldId="310"/>
            <ac:spMk id="3" creationId="{6EB5EA79-2747-4663-9DD7-388DB5EDF6F6}"/>
          </ac:spMkLst>
        </pc:spChg>
      </pc:sldChg>
    </pc:docChg>
  </pc:docChgLst>
  <pc:docChgLst>
    <pc:chgData name="Anton Vasilyev" userId="c9a2c3308cbc88f4" providerId="LiveId" clId="{72A1CEB5-2B03-4AB0-837E-282CB27DD73F}"/>
    <pc:docChg chg="modSld">
      <pc:chgData name="Anton Vasilyev" userId="c9a2c3308cbc88f4" providerId="LiveId" clId="{72A1CEB5-2B03-4AB0-837E-282CB27DD73F}" dt="2025-02-02T11:16:10.794" v="35" actId="20577"/>
      <pc:docMkLst>
        <pc:docMk/>
      </pc:docMkLst>
      <pc:sldChg chg="modSp modAnim">
        <pc:chgData name="Anton Vasilyev" userId="c9a2c3308cbc88f4" providerId="LiveId" clId="{72A1CEB5-2B03-4AB0-837E-282CB27DD73F}" dt="2025-02-02T11:15:53.030" v="0" actId="6549"/>
        <pc:sldMkLst>
          <pc:docMk/>
          <pc:sldMk cId="2561258511" sldId="312"/>
        </pc:sldMkLst>
      </pc:sldChg>
      <pc:sldChg chg="modSp">
        <pc:chgData name="Anton Vasilyev" userId="c9a2c3308cbc88f4" providerId="LiveId" clId="{72A1CEB5-2B03-4AB0-837E-282CB27DD73F}" dt="2025-02-02T11:16:10.794" v="35" actId="20577"/>
        <pc:sldMkLst>
          <pc:docMk/>
          <pc:sldMk cId="2199729669" sldId="314"/>
        </pc:sldMkLst>
      </pc:sldChg>
    </pc:docChg>
  </pc:docChgLst>
  <pc:docChgLst>
    <pc:chgData name="Anton Vasilyev" userId="c9a2c3308cbc88f4" providerId="LiveId" clId="{1BB7B276-3241-4C25-A982-84ED2B7D7201}"/>
    <pc:docChg chg="undo redo custSel addSld delSld modSld sldOrd">
      <pc:chgData name="Anton Vasilyev" userId="c9a2c3308cbc88f4" providerId="LiveId" clId="{1BB7B276-3241-4C25-A982-84ED2B7D7201}" dt="2023-02-04T17:13:28.319" v="2459" actId="47"/>
      <pc:docMkLst>
        <pc:docMk/>
      </pc:docMkLst>
      <pc:sldChg chg="modSp mod">
        <pc:chgData name="Anton Vasilyev" userId="c9a2c3308cbc88f4" providerId="LiveId" clId="{1BB7B276-3241-4C25-A982-84ED2B7D7201}" dt="2023-02-04T16:44:21.507" v="52" actId="20577"/>
        <pc:sldMkLst>
          <pc:docMk/>
          <pc:sldMk cId="109857222" sldId="256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1781270823" sldId="259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2323276434" sldId="260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462382713" sldId="261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3094037597" sldId="262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1668734427" sldId="263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154565668" sldId="264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3793964662" sldId="265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3030394170" sldId="266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2024789541" sldId="267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3085063955" sldId="268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3234011780" sldId="303"/>
        </pc:sldMkLst>
      </pc:sldChg>
      <pc:sldChg chg="modSp mod">
        <pc:chgData name="Anton Vasilyev" userId="c9a2c3308cbc88f4" providerId="LiveId" clId="{1BB7B276-3241-4C25-A982-84ED2B7D7201}" dt="2023-02-04T16:50:04.180" v="542" actId="113"/>
        <pc:sldMkLst>
          <pc:docMk/>
          <pc:sldMk cId="2534972340" sldId="305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109133310" sldId="306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3815415688" sldId="307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1582738488" sldId="308"/>
        </pc:sldMkLst>
      </pc:sldChg>
      <pc:sldChg chg="del">
        <pc:chgData name="Anton Vasilyev" userId="c9a2c3308cbc88f4" providerId="LiveId" clId="{1BB7B276-3241-4C25-A982-84ED2B7D7201}" dt="2023-02-04T17:13:28.319" v="2459" actId="47"/>
        <pc:sldMkLst>
          <pc:docMk/>
          <pc:sldMk cId="3660104045" sldId="309"/>
        </pc:sldMkLst>
      </pc:sldChg>
      <pc:sldChg chg="addSp delSp modSp add mod">
        <pc:chgData name="Anton Vasilyev" userId="c9a2c3308cbc88f4" providerId="LiveId" clId="{1BB7B276-3241-4C25-A982-84ED2B7D7201}" dt="2023-02-04T16:59:34.931" v="1080" actId="20577"/>
        <pc:sldMkLst>
          <pc:docMk/>
          <pc:sldMk cId="3967412987" sldId="310"/>
        </pc:sldMkLst>
      </pc:sldChg>
      <pc:sldChg chg="modSp add mod">
        <pc:chgData name="Anton Vasilyev" userId="c9a2c3308cbc88f4" providerId="LiveId" clId="{1BB7B276-3241-4C25-A982-84ED2B7D7201}" dt="2023-02-04T17:03:45.149" v="1168" actId="20577"/>
        <pc:sldMkLst>
          <pc:docMk/>
          <pc:sldMk cId="3623192775" sldId="311"/>
        </pc:sldMkLst>
      </pc:sldChg>
      <pc:sldChg chg="modSp add mod ord">
        <pc:chgData name="Anton Vasilyev" userId="c9a2c3308cbc88f4" providerId="LiveId" clId="{1BB7B276-3241-4C25-A982-84ED2B7D7201}" dt="2023-02-04T17:10:11.179" v="1982" actId="20577"/>
        <pc:sldMkLst>
          <pc:docMk/>
          <pc:sldMk cId="2561258511" sldId="312"/>
        </pc:sldMkLst>
      </pc:sldChg>
      <pc:sldChg chg="modSp add mod">
        <pc:chgData name="Anton Vasilyev" userId="c9a2c3308cbc88f4" providerId="LiveId" clId="{1BB7B276-3241-4C25-A982-84ED2B7D7201}" dt="2023-02-04T17:09:06.106" v="1902" actId="20577"/>
        <pc:sldMkLst>
          <pc:docMk/>
          <pc:sldMk cId="2499116056" sldId="313"/>
        </pc:sldMkLst>
      </pc:sldChg>
      <pc:sldChg chg="modSp add mod">
        <pc:chgData name="Anton Vasilyev" userId="c9a2c3308cbc88f4" providerId="LiveId" clId="{1BB7B276-3241-4C25-A982-84ED2B7D7201}" dt="2023-02-04T17:13:19.515" v="2458" actId="20577"/>
        <pc:sldMkLst>
          <pc:docMk/>
          <pc:sldMk cId="2199729669" sldId="31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0CF44-DE88-4EFB-8C02-2B59DF863BD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9A747-30AA-4EF0-91CB-8A379063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4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hark" TargetMode="External"/><Relationship Id="rId2" Type="http://schemas.openxmlformats.org/officeDocument/2006/relationships/hyperlink" Target="mailto:anthark@yandex.ru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ru-RU" sz="4800" dirty="0"/>
              <a:t>Алгоритмы компьютерной графики</a:t>
            </a:r>
            <a:endParaRPr lang="en-US" sz="4800" dirty="0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Цели и задачи курса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cs typeface="Calibri"/>
              </a:rPr>
              <a:t>Есть курс компьютерной графики от Сергея Юрьевича – много и интересно, но не все темы раскрываются достаточно глубоко, нет времени</a:t>
            </a:r>
          </a:p>
          <a:p>
            <a:r>
              <a:rPr lang="ru-RU" sz="2400" dirty="0">
                <a:cs typeface="Calibri"/>
              </a:rPr>
              <a:t>Есть курс современной компьютерной графики от разработчика компьютерных игр из </a:t>
            </a:r>
            <a:r>
              <a:rPr lang="en-US" sz="2400" dirty="0">
                <a:cs typeface="Calibri"/>
              </a:rPr>
              <a:t>Saber Interactive</a:t>
            </a:r>
            <a:r>
              <a:rPr lang="ru-RU" sz="2400" dirty="0">
                <a:cs typeface="Calibri"/>
              </a:rPr>
              <a:t> – нужен навык работы с </a:t>
            </a:r>
            <a:r>
              <a:rPr lang="en-US" sz="2400" dirty="0">
                <a:cs typeface="Calibri"/>
              </a:rPr>
              <a:t>DirectX 11</a:t>
            </a:r>
            <a:r>
              <a:rPr lang="ru-RU" sz="2400" dirty="0">
                <a:cs typeface="Calibri"/>
              </a:rPr>
              <a:t>, потому что учиться этому времени не будет</a:t>
            </a:r>
          </a:p>
          <a:p>
            <a:r>
              <a:rPr lang="ru-RU" sz="2400" dirty="0">
                <a:cs typeface="Calibri"/>
              </a:rPr>
              <a:t>Восполняем пробел на этому курсе =)</a:t>
            </a:r>
          </a:p>
          <a:p>
            <a:r>
              <a:rPr lang="ru-RU" sz="2400" dirty="0">
                <a:cs typeface="Calibri"/>
              </a:rPr>
              <a:t>Наша цель – </a:t>
            </a:r>
            <a:r>
              <a:rPr lang="ru-RU" sz="2400" b="1" dirty="0">
                <a:cs typeface="Calibri"/>
              </a:rPr>
              <a:t>навык</a:t>
            </a:r>
            <a:r>
              <a:rPr lang="ru-RU" sz="2400" dirty="0">
                <a:cs typeface="Calibri"/>
              </a:rPr>
              <a:t> и </a:t>
            </a:r>
            <a:r>
              <a:rPr lang="ru-RU" sz="2400" b="1" dirty="0">
                <a:cs typeface="Calibri"/>
              </a:rPr>
              <a:t>понимание</a:t>
            </a:r>
          </a:p>
          <a:p>
            <a:pPr lvl="1"/>
            <a:endParaRPr lang="ru-RU" sz="20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97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Преподаватель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sz="2400" dirty="0">
                <a:cs typeface="Calibri"/>
              </a:rPr>
              <a:t>Васильев Антон Аркадьевич</a:t>
            </a:r>
          </a:p>
          <a:p>
            <a:r>
              <a:rPr lang="en-US" sz="2400" dirty="0">
                <a:cs typeface="Calibri"/>
              </a:rPr>
              <a:t>Lead Programmer</a:t>
            </a:r>
            <a:r>
              <a:rPr lang="ru-RU" sz="2400" dirty="0">
                <a:cs typeface="Calibri"/>
              </a:rPr>
              <a:t>, </a:t>
            </a:r>
            <a:r>
              <a:rPr lang="en-US" sz="2400">
                <a:cs typeface="Calibri"/>
              </a:rPr>
              <a:t>Saber Interactive</a:t>
            </a:r>
            <a:endParaRPr lang="en-US" sz="2400" dirty="0">
              <a:cs typeface="Calibri"/>
            </a:endParaRPr>
          </a:p>
          <a:p>
            <a:r>
              <a:rPr lang="ru-RU" sz="2400" dirty="0">
                <a:cs typeface="Calibri"/>
              </a:rPr>
              <a:t>Краткое портфолио</a:t>
            </a:r>
          </a:p>
          <a:p>
            <a:pPr lvl="1"/>
            <a:r>
              <a:rPr lang="en-US" sz="1600" dirty="0">
                <a:cs typeface="Calibri"/>
              </a:rPr>
              <a:t>Halo 2 Anniversary (2014)</a:t>
            </a:r>
            <a:endParaRPr lang="ru-RU" sz="1600" dirty="0">
              <a:cs typeface="Calibri"/>
            </a:endParaRPr>
          </a:p>
          <a:p>
            <a:pPr lvl="1"/>
            <a:r>
              <a:rPr lang="en-US" sz="1600" dirty="0">
                <a:cs typeface="Calibri"/>
              </a:rPr>
              <a:t>Armata: Armored Warfare (2017)</a:t>
            </a:r>
            <a:endParaRPr lang="ru-RU" sz="1600" dirty="0">
              <a:cs typeface="Calibri"/>
            </a:endParaRPr>
          </a:p>
          <a:p>
            <a:pPr lvl="1"/>
            <a:r>
              <a:rPr lang="en-US" sz="1600" dirty="0">
                <a:cs typeface="Calibri"/>
              </a:rPr>
              <a:t>Quake Champions (2017)</a:t>
            </a:r>
          </a:p>
          <a:p>
            <a:pPr lvl="1"/>
            <a:r>
              <a:rPr lang="en-US" sz="1600" dirty="0">
                <a:cs typeface="Calibri"/>
              </a:rPr>
              <a:t>World War Z (2019)</a:t>
            </a:r>
          </a:p>
          <a:p>
            <a:pPr lvl="1"/>
            <a:r>
              <a:rPr lang="en-US" sz="1600" dirty="0">
                <a:cs typeface="Calibri"/>
              </a:rPr>
              <a:t>Halo: The Master Chief Collection (2020)</a:t>
            </a:r>
          </a:p>
          <a:p>
            <a:pPr lvl="1"/>
            <a:r>
              <a:rPr lang="en-US" sz="1600" dirty="0">
                <a:cs typeface="Calibri"/>
              </a:rPr>
              <a:t>Cyberpunk 2077 (</a:t>
            </a:r>
            <a:r>
              <a:rPr lang="ru-RU" sz="1600" dirty="0">
                <a:cs typeface="Calibri"/>
              </a:rPr>
              <a:t>версия 1.5</a:t>
            </a:r>
            <a:r>
              <a:rPr lang="en-US" sz="1600" dirty="0">
                <a:cs typeface="Calibri"/>
              </a:rPr>
              <a:t>)</a:t>
            </a:r>
            <a:r>
              <a:rPr lang="ru-RU" sz="1600" dirty="0">
                <a:cs typeface="Calibri"/>
              </a:rPr>
              <a:t> (2022)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>
                <a:cs typeface="Calibri"/>
              </a:rPr>
              <a:t>Teardown (</a:t>
            </a:r>
            <a:r>
              <a:rPr lang="ru-RU" sz="1600" dirty="0">
                <a:cs typeface="Calibri"/>
              </a:rPr>
              <a:t>версия 1</a:t>
            </a:r>
            <a:r>
              <a:rPr lang="en-US" sz="1600" dirty="0">
                <a:cs typeface="Calibri"/>
              </a:rPr>
              <a:t>.5) (2023)</a:t>
            </a:r>
          </a:p>
          <a:p>
            <a:pPr lvl="1"/>
            <a:r>
              <a:rPr lang="en-US" sz="1600" dirty="0">
                <a:cs typeface="Calibri"/>
              </a:rPr>
              <a:t>Kingdom Come: Deliverance for Nintendo Switch (2024)</a:t>
            </a:r>
          </a:p>
          <a:p>
            <a:pPr lvl="1"/>
            <a:r>
              <a:rPr lang="en-US" sz="1600" dirty="0">
                <a:cs typeface="Calibri"/>
              </a:rPr>
              <a:t>Warhammer 40K: Space Marine 2 (2024)</a:t>
            </a:r>
          </a:p>
          <a:p>
            <a:pPr lvl="1"/>
            <a:r>
              <a:rPr lang="en-US" sz="1600" dirty="0">
                <a:cs typeface="Calibri"/>
              </a:rPr>
              <a:t>Neverwinter Nights 2: Enhanced Edition (2025)</a:t>
            </a:r>
          </a:p>
          <a:p>
            <a:pPr lvl="1"/>
            <a:r>
              <a:rPr lang="en-US" sz="1600" dirty="0">
                <a:cs typeface="Calibri"/>
              </a:rPr>
              <a:t>Kingdom Come: Deliverance for XSX/PS5 (2026)</a:t>
            </a:r>
          </a:p>
          <a:p>
            <a:pPr lvl="1"/>
            <a:endParaRPr lang="ru-RU" sz="1600" dirty="0">
              <a:cs typeface="Calibri"/>
            </a:endParaRPr>
          </a:p>
          <a:p>
            <a:pPr lvl="1"/>
            <a:endParaRPr lang="ru-RU" sz="1600" dirty="0">
              <a:cs typeface="Calibri"/>
            </a:endParaRPr>
          </a:p>
          <a:p>
            <a:pPr lvl="1"/>
            <a:endParaRPr lang="ru-RU" sz="1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7412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Преподаватель, контакты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cs typeface="Calibri"/>
              </a:rPr>
              <a:t>Васильев Антон Аркадьевич</a:t>
            </a:r>
          </a:p>
          <a:p>
            <a:r>
              <a:rPr lang="en-US" sz="2000" dirty="0">
                <a:cs typeface="Calibri"/>
              </a:rPr>
              <a:t>Telegram: @aavasilev</a:t>
            </a:r>
          </a:p>
          <a:p>
            <a:r>
              <a:rPr lang="en-US" sz="2000" dirty="0">
                <a:cs typeface="Calibri"/>
              </a:rPr>
              <a:t>E-mail: </a:t>
            </a:r>
            <a:r>
              <a:rPr lang="en-US" sz="2000" dirty="0">
                <a:cs typeface="Calibri"/>
                <a:hlinkClick r:id="rId2"/>
              </a:rPr>
              <a:t>anthark@yandex.ru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GitHub: </a:t>
            </a:r>
            <a:r>
              <a:rPr lang="en-US" sz="2000" dirty="0">
                <a:cs typeface="Calibri"/>
                <a:hlinkClick r:id="rId3"/>
              </a:rPr>
              <a:t>https://github.com/anthark</a:t>
            </a:r>
            <a:endParaRPr lang="ru-RU" sz="2000" dirty="0">
              <a:cs typeface="Calibri"/>
            </a:endParaRPr>
          </a:p>
          <a:p>
            <a:pPr lvl="1"/>
            <a:endParaRPr lang="ru-RU" sz="1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19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Порядок работы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cs typeface="Calibri"/>
              </a:rPr>
              <a:t>Одна лекция в неделю</a:t>
            </a:r>
          </a:p>
          <a:p>
            <a:r>
              <a:rPr lang="ru-RU" sz="2400" dirty="0">
                <a:cs typeface="Calibri"/>
              </a:rPr>
              <a:t>В конце лекции задание на неделю</a:t>
            </a:r>
          </a:p>
          <a:p>
            <a:r>
              <a:rPr lang="ru-RU" sz="2400" dirty="0">
                <a:cs typeface="Calibri"/>
              </a:rPr>
              <a:t>Срок задания – неделя, до следующей лекции</a:t>
            </a:r>
          </a:p>
          <a:p>
            <a:r>
              <a:rPr lang="ru-RU" sz="2400" dirty="0">
                <a:cs typeface="Calibri"/>
              </a:rPr>
              <a:t>Если успели, плюсик в карму =)</a:t>
            </a:r>
          </a:p>
          <a:p>
            <a:r>
              <a:rPr lang="ru-RU" sz="2400" dirty="0">
                <a:cs typeface="Calibri"/>
              </a:rPr>
              <a:t>Чем больше плюсиков в карме, тем проще сдать зачет/экзамен, вплоть до полного освобождения</a:t>
            </a:r>
          </a:p>
          <a:p>
            <a:r>
              <a:rPr lang="ru-RU" sz="2400" dirty="0">
                <a:cs typeface="Calibri"/>
              </a:rPr>
              <a:t>Задания можно выполнять только последовательно</a:t>
            </a:r>
          </a:p>
          <a:p>
            <a:endParaRPr lang="ru-RU" sz="1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125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Порядок сдачи заданий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cs typeface="Calibri"/>
              </a:rPr>
              <a:t>Репозиторий на </a:t>
            </a:r>
            <a:r>
              <a:rPr lang="en-US" sz="2400" dirty="0">
                <a:cs typeface="Calibri"/>
              </a:rPr>
              <a:t>GitHub</a:t>
            </a:r>
          </a:p>
          <a:p>
            <a:r>
              <a:rPr lang="ru-RU" sz="2400" dirty="0">
                <a:cs typeface="Calibri"/>
              </a:rPr>
              <a:t>Каждое задание в своей ветке</a:t>
            </a:r>
          </a:p>
          <a:p>
            <a:r>
              <a:rPr lang="ru-RU" sz="2400" dirty="0">
                <a:cs typeface="Calibri"/>
              </a:rPr>
              <a:t>Когда готовы, создаете </a:t>
            </a:r>
            <a:r>
              <a:rPr lang="en-US" sz="2400" dirty="0">
                <a:cs typeface="Calibri"/>
              </a:rPr>
              <a:t>pull request</a:t>
            </a:r>
            <a:r>
              <a:rPr lang="ru-RU" sz="2400" dirty="0">
                <a:cs typeface="Calibri"/>
              </a:rPr>
              <a:t>, преподавателя в ревьюверы</a:t>
            </a:r>
          </a:p>
          <a:p>
            <a:r>
              <a:rPr lang="ru-RU" sz="2400" dirty="0">
                <a:cs typeface="Calibri"/>
              </a:rPr>
              <a:t>Либо ревью и на переделку, либо </a:t>
            </a:r>
            <a:r>
              <a:rPr lang="en-US" sz="2400" dirty="0">
                <a:cs typeface="Calibri"/>
              </a:rPr>
              <a:t>approve </a:t>
            </a:r>
            <a:r>
              <a:rPr lang="ru-RU" sz="2400" dirty="0">
                <a:cs typeface="Calibri"/>
              </a:rPr>
              <a:t>и </a:t>
            </a:r>
            <a:r>
              <a:rPr lang="en-US" sz="2400" dirty="0">
                <a:cs typeface="Calibri"/>
              </a:rPr>
              <a:t>merge =)</a:t>
            </a:r>
          </a:p>
          <a:p>
            <a:r>
              <a:rPr lang="en-US" sz="2400" dirty="0">
                <a:cs typeface="Calibri"/>
              </a:rPr>
              <a:t>Merge – </a:t>
            </a:r>
            <a:r>
              <a:rPr lang="ru-RU" sz="2400" dirty="0">
                <a:cs typeface="Calibri"/>
              </a:rPr>
              <a:t>задание засчитано как выполненное</a:t>
            </a:r>
            <a:endParaRPr lang="ru-RU" sz="1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11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Требования к заданиям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2400" dirty="0">
                <a:cs typeface="Calibri"/>
              </a:rPr>
              <a:t>Язык программирования: </a:t>
            </a:r>
            <a:r>
              <a:rPr lang="en-US" sz="2400" dirty="0">
                <a:cs typeface="Calibri"/>
              </a:rPr>
              <a:t>C++</a:t>
            </a:r>
            <a:endParaRPr lang="ru-RU" sz="2400" dirty="0">
              <a:cs typeface="Calibri"/>
            </a:endParaRPr>
          </a:p>
          <a:p>
            <a:r>
              <a:rPr lang="ru-RU" sz="2400" dirty="0">
                <a:cs typeface="Calibri"/>
              </a:rPr>
              <a:t>Среда разработки</a:t>
            </a:r>
            <a:r>
              <a:rPr lang="en-US" sz="2400" dirty="0">
                <a:cs typeface="Calibri"/>
              </a:rPr>
              <a:t>: Visual Studio 2019 </a:t>
            </a:r>
            <a:r>
              <a:rPr lang="ru-RU" sz="2400" dirty="0">
                <a:cs typeface="Calibri"/>
              </a:rPr>
              <a:t>или </a:t>
            </a:r>
            <a:r>
              <a:rPr lang="en-US" sz="2400">
                <a:cs typeface="Calibri"/>
              </a:rPr>
              <a:t>Visual Studio 2022</a:t>
            </a:r>
            <a:endParaRPr lang="en-US" sz="2400" dirty="0">
              <a:cs typeface="Calibri"/>
            </a:endParaRPr>
          </a:p>
          <a:p>
            <a:r>
              <a:rPr lang="ru-RU" sz="2400" dirty="0">
                <a:cs typeface="Calibri"/>
              </a:rPr>
              <a:t>Рабочие конфигурации: </a:t>
            </a:r>
            <a:r>
              <a:rPr lang="en-US" sz="2400" dirty="0">
                <a:cs typeface="Calibri"/>
              </a:rPr>
              <a:t>Debug </a:t>
            </a:r>
            <a:r>
              <a:rPr lang="ru-RU" sz="2400" dirty="0">
                <a:cs typeface="Calibri"/>
              </a:rPr>
              <a:t>и </a:t>
            </a:r>
            <a:r>
              <a:rPr lang="en-US" sz="2400" dirty="0">
                <a:cs typeface="Calibri"/>
              </a:rPr>
              <a:t>Release</a:t>
            </a:r>
          </a:p>
          <a:p>
            <a:r>
              <a:rPr lang="ru-RU" sz="2400" dirty="0">
                <a:cs typeface="Calibri"/>
              </a:rPr>
              <a:t>Платформа</a:t>
            </a:r>
            <a:r>
              <a:rPr lang="en-US" sz="2400" dirty="0">
                <a:cs typeface="Calibri"/>
              </a:rPr>
              <a:t>:</a:t>
            </a:r>
            <a:r>
              <a:rPr lang="ru-RU" sz="2400" dirty="0">
                <a:cs typeface="Calibri"/>
              </a:rPr>
              <a:t> </a:t>
            </a:r>
            <a:r>
              <a:rPr lang="en-US" sz="2400" dirty="0">
                <a:cs typeface="Calibri"/>
              </a:rPr>
              <a:t>x64</a:t>
            </a:r>
            <a:endParaRPr lang="ru-RU" sz="2400" dirty="0">
              <a:cs typeface="Calibri"/>
            </a:endParaRPr>
          </a:p>
          <a:p>
            <a:r>
              <a:rPr lang="ru-RU" sz="2400" dirty="0">
                <a:cs typeface="Calibri"/>
              </a:rPr>
              <a:t>Графический </a:t>
            </a:r>
            <a:r>
              <a:rPr lang="en-US" sz="2400" dirty="0">
                <a:cs typeface="Calibri"/>
              </a:rPr>
              <a:t>API: DirectX 11</a:t>
            </a:r>
          </a:p>
          <a:p>
            <a:r>
              <a:rPr lang="ru-RU" sz="2400" dirty="0">
                <a:cs typeface="Calibri"/>
              </a:rPr>
              <a:t>Приложение должно запускаться из под </a:t>
            </a:r>
            <a:r>
              <a:rPr lang="en-US" sz="2400" dirty="0">
                <a:cs typeface="Calibri"/>
              </a:rPr>
              <a:t>Visual Studio </a:t>
            </a:r>
            <a:r>
              <a:rPr lang="ru-RU" sz="2400" dirty="0">
                <a:cs typeface="Calibri"/>
              </a:rPr>
              <a:t>и отдельно по клику на исполняемый файл</a:t>
            </a:r>
          </a:p>
          <a:p>
            <a:r>
              <a:rPr lang="ru-RU" sz="2400" dirty="0">
                <a:cs typeface="Calibri"/>
              </a:rPr>
              <a:t>В конфигурации </a:t>
            </a:r>
            <a:r>
              <a:rPr lang="en-US" sz="2400" dirty="0">
                <a:cs typeface="Calibri"/>
              </a:rPr>
              <a:t>Debug </a:t>
            </a:r>
            <a:r>
              <a:rPr lang="ru-RU" sz="2400" dirty="0">
                <a:cs typeface="Calibri"/>
              </a:rPr>
              <a:t>должен быть включен отладочный слой </a:t>
            </a:r>
            <a:r>
              <a:rPr lang="en-US" sz="2400" dirty="0">
                <a:cs typeface="Calibri"/>
              </a:rPr>
              <a:t>DirectX </a:t>
            </a:r>
            <a:r>
              <a:rPr lang="ru-RU" sz="2400" dirty="0">
                <a:cs typeface="Calibri"/>
              </a:rPr>
              <a:t>и он должен быть чистым</a:t>
            </a:r>
          </a:p>
          <a:p>
            <a:r>
              <a:rPr lang="ru-RU" sz="2400" dirty="0">
                <a:cs typeface="Calibri"/>
              </a:rPr>
              <a:t>Приложение должно решать поставленную задачу =)</a:t>
            </a:r>
            <a:endParaRPr lang="en-US" sz="2400" dirty="0">
              <a:cs typeface="Calibri"/>
            </a:endParaRPr>
          </a:p>
          <a:p>
            <a:endParaRPr lang="ru-RU" sz="16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72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16156</TotalTime>
  <Words>354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Алгоритмы компьютерной графики</vt:lpstr>
      <vt:lpstr>Цели и задачи курса</vt:lpstr>
      <vt:lpstr>Преподаватель</vt:lpstr>
      <vt:lpstr>Преподаватель, контакты</vt:lpstr>
      <vt:lpstr>Порядок работы</vt:lpstr>
      <vt:lpstr>Порядок сдачи заданий</vt:lpstr>
      <vt:lpstr>Требования к заданиям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Глава 1. Диагностика и устранение проблем</dc:title>
  <dc:creator>Anton</dc:creator>
  <cp:lastModifiedBy>Anton Vasilyev</cp:lastModifiedBy>
  <cp:revision>170</cp:revision>
  <dcterms:created xsi:type="dcterms:W3CDTF">2020-11-03T09:20:39Z</dcterms:created>
  <dcterms:modified xsi:type="dcterms:W3CDTF">2026-02-04T22:06:06Z</dcterms:modified>
</cp:coreProperties>
</file>